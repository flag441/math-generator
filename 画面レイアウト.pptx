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4A7D5-DCB2-4317-BAB7-D6A68F964F5D}" v="3" dt="2026-06-09T04:13:04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3" autoAdjust="0"/>
    <p:restoredTop sz="94660"/>
  </p:normalViewPr>
  <p:slideViewPr>
    <p:cSldViewPr snapToGrid="0">
      <p:cViewPr varScale="1">
        <p:scale>
          <a:sx n="50" d="100"/>
          <a:sy n="50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祐希 畠" userId="8f0d812aa0b7cae2" providerId="LiveId" clId="{94FE792F-9F7F-4241-B108-C01497F6462B}"/>
    <pc:docChg chg="custSel addSld delSld modSld">
      <pc:chgData name="祐希 畠" userId="8f0d812aa0b7cae2" providerId="LiveId" clId="{94FE792F-9F7F-4241-B108-C01497F6462B}" dt="2026-06-09T04:37:40.003" v="92" actId="2696"/>
      <pc:docMkLst>
        <pc:docMk/>
      </pc:docMkLst>
      <pc:sldChg chg="modSp mod">
        <pc:chgData name="祐希 畠" userId="8f0d812aa0b7cae2" providerId="LiveId" clId="{94FE792F-9F7F-4241-B108-C01497F6462B}" dt="2026-06-09T04:11:10.029" v="6" actId="208"/>
        <pc:sldMkLst>
          <pc:docMk/>
          <pc:sldMk cId="2513162966" sldId="263"/>
        </pc:sldMkLst>
        <pc:picChg chg="mod">
          <ac:chgData name="祐希 畠" userId="8f0d812aa0b7cae2" providerId="LiveId" clId="{94FE792F-9F7F-4241-B108-C01497F6462B}" dt="2026-06-09T04:11:10.029" v="6" actId="208"/>
          <ac:picMkLst>
            <pc:docMk/>
            <pc:sldMk cId="2513162966" sldId="263"/>
            <ac:picMk id="15" creationId="{C92F8721-7ADE-CAF3-D9F3-D22BABB09DC6}"/>
          </ac:picMkLst>
        </pc:picChg>
      </pc:sldChg>
      <pc:sldChg chg="addSp modSp mod">
        <pc:chgData name="祐希 畠" userId="8f0d812aa0b7cae2" providerId="LiveId" clId="{94FE792F-9F7F-4241-B108-C01497F6462B}" dt="2026-06-09T04:17:23.571" v="88" actId="20577"/>
        <pc:sldMkLst>
          <pc:docMk/>
          <pc:sldMk cId="2204627752" sldId="265"/>
        </pc:sldMkLst>
        <pc:spChg chg="add mod">
          <ac:chgData name="祐希 畠" userId="8f0d812aa0b7cae2" providerId="LiveId" clId="{94FE792F-9F7F-4241-B108-C01497F6462B}" dt="2026-06-09T04:10:33.216" v="1" actId="13822"/>
          <ac:spMkLst>
            <pc:docMk/>
            <pc:sldMk cId="2204627752" sldId="265"/>
            <ac:spMk id="3" creationId="{ABC1F66C-605E-F398-1491-A8A87F105227}"/>
          </ac:spMkLst>
        </pc:spChg>
        <pc:spChg chg="mod">
          <ac:chgData name="祐希 畠" userId="8f0d812aa0b7cae2" providerId="LiveId" clId="{94FE792F-9F7F-4241-B108-C01497F6462B}" dt="2026-06-09T04:11:48.367" v="14" actId="1076"/>
          <ac:spMkLst>
            <pc:docMk/>
            <pc:sldMk cId="2204627752" sldId="265"/>
            <ac:spMk id="5" creationId="{766990F0-9AB4-92BE-AED5-06BE2F21409B}"/>
          </ac:spMkLst>
        </pc:spChg>
        <pc:spChg chg="add mod">
          <ac:chgData name="祐希 畠" userId="8f0d812aa0b7cae2" providerId="LiveId" clId="{94FE792F-9F7F-4241-B108-C01497F6462B}" dt="2026-06-09T04:13:19.625" v="41" actId="20577"/>
          <ac:spMkLst>
            <pc:docMk/>
            <pc:sldMk cId="2204627752" sldId="265"/>
            <ac:spMk id="12" creationId="{90892C3B-8A48-FED6-FB02-9D7B7D814EA2}"/>
          </ac:spMkLst>
        </pc:spChg>
        <pc:spChg chg="add mod">
          <ac:chgData name="祐希 畠" userId="8f0d812aa0b7cae2" providerId="LiveId" clId="{94FE792F-9F7F-4241-B108-C01497F6462B}" dt="2026-06-09T04:16:57.161" v="67" actId="20577"/>
          <ac:spMkLst>
            <pc:docMk/>
            <pc:sldMk cId="2204627752" sldId="265"/>
            <ac:spMk id="13" creationId="{DD5459F8-B0A9-8950-635E-C6BCA46900DA}"/>
          </ac:spMkLst>
        </pc:spChg>
        <pc:spChg chg="add mod">
          <ac:chgData name="祐希 畠" userId="8f0d812aa0b7cae2" providerId="LiveId" clId="{94FE792F-9F7F-4241-B108-C01497F6462B}" dt="2026-06-09T04:17:23.571" v="88" actId="20577"/>
          <ac:spMkLst>
            <pc:docMk/>
            <pc:sldMk cId="2204627752" sldId="265"/>
            <ac:spMk id="14" creationId="{785ADDDA-DFDC-1B02-3873-2D56576874CD}"/>
          </ac:spMkLst>
        </pc:spChg>
        <pc:picChg chg="add mod">
          <ac:chgData name="祐希 畠" userId="8f0d812aa0b7cae2" providerId="LiveId" clId="{94FE792F-9F7F-4241-B108-C01497F6462B}" dt="2026-06-09T04:11:22.067" v="8" actId="1076"/>
          <ac:picMkLst>
            <pc:docMk/>
            <pc:sldMk cId="2204627752" sldId="265"/>
            <ac:picMk id="7" creationId="{64310012-51BB-46E5-AAE4-A16313B36F64}"/>
          </ac:picMkLst>
        </pc:picChg>
        <pc:picChg chg="add mod">
          <ac:chgData name="祐希 畠" userId="8f0d812aa0b7cae2" providerId="LiveId" clId="{94FE792F-9F7F-4241-B108-C01497F6462B}" dt="2026-06-09T04:11:55.528" v="17" actId="1076"/>
          <ac:picMkLst>
            <pc:docMk/>
            <pc:sldMk cId="2204627752" sldId="265"/>
            <ac:picMk id="9" creationId="{018EF036-BEB0-7014-59F8-CBFA5C5D41C2}"/>
          </ac:picMkLst>
        </pc:picChg>
        <pc:picChg chg="add mod">
          <ac:chgData name="祐希 畠" userId="8f0d812aa0b7cae2" providerId="LiveId" clId="{94FE792F-9F7F-4241-B108-C01497F6462B}" dt="2026-06-09T04:11:53.726" v="16" actId="1076"/>
          <ac:picMkLst>
            <pc:docMk/>
            <pc:sldMk cId="2204627752" sldId="265"/>
            <ac:picMk id="10" creationId="{ECD09650-E52A-CBAA-96C8-CBAC2FCD23A9}"/>
          </ac:picMkLst>
        </pc:picChg>
        <pc:picChg chg="add mod modCrop">
          <ac:chgData name="祐希 畠" userId="8f0d812aa0b7cae2" providerId="LiveId" clId="{94FE792F-9F7F-4241-B108-C01497F6462B}" dt="2026-06-09T04:12:19.181" v="22" actId="732"/>
          <ac:picMkLst>
            <pc:docMk/>
            <pc:sldMk cId="2204627752" sldId="265"/>
            <ac:picMk id="11" creationId="{0D50E60F-09D0-47BA-F0F8-3E2F4196F744}"/>
          </ac:picMkLst>
        </pc:picChg>
      </pc:sldChg>
      <pc:sldChg chg="delSp new del mod">
        <pc:chgData name="祐希 畠" userId="8f0d812aa0b7cae2" providerId="LiveId" clId="{94FE792F-9F7F-4241-B108-C01497F6462B}" dt="2026-06-09T04:37:40.003" v="92" actId="2696"/>
        <pc:sldMkLst>
          <pc:docMk/>
          <pc:sldMk cId="1227370989" sldId="266"/>
        </pc:sldMkLst>
        <pc:spChg chg="del">
          <ac:chgData name="祐希 畠" userId="8f0d812aa0b7cae2" providerId="LiveId" clId="{94FE792F-9F7F-4241-B108-C01497F6462B}" dt="2026-06-09T04:19:29.571" v="91" actId="478"/>
          <ac:spMkLst>
            <pc:docMk/>
            <pc:sldMk cId="1227370989" sldId="266"/>
            <ac:spMk id="2" creationId="{67FC9B23-B875-A841-B529-C3A28116553E}"/>
          </ac:spMkLst>
        </pc:spChg>
        <pc:spChg chg="del">
          <ac:chgData name="祐希 畠" userId="8f0d812aa0b7cae2" providerId="LiveId" clId="{94FE792F-9F7F-4241-B108-C01497F6462B}" dt="2026-06-09T04:19:27.841" v="90" actId="478"/>
          <ac:spMkLst>
            <pc:docMk/>
            <pc:sldMk cId="1227370989" sldId="266"/>
            <ac:spMk id="3" creationId="{7F358629-2301-5678-184D-93E4CFBA34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56703"/>
            <a:ext cx="10363200" cy="50134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563446"/>
            <a:ext cx="9144000" cy="347671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4144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54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90057"/>
            <a:ext cx="10515600" cy="599008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636813"/>
            <a:ext cx="10515600" cy="31500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42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33390"/>
            <a:ext cx="5181600" cy="91368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33390"/>
            <a:ext cx="5181600" cy="91368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860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6681"/>
            <a:ext cx="10515600" cy="278337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530053"/>
            <a:ext cx="5157787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260078"/>
            <a:ext cx="5157787" cy="773678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530053"/>
            <a:ext cx="5183188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260078"/>
            <a:ext cx="5183188" cy="773678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51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09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106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73367"/>
            <a:ext cx="6172200" cy="1023348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620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73367"/>
            <a:ext cx="6172200" cy="1023348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4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2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6678"/>
            <a:ext cx="2628900" cy="1220351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66678"/>
            <a:ext cx="7734300" cy="1220351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40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6681"/>
            <a:ext cx="1051560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33390"/>
            <a:ext cx="1051560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96134-59A2-44D9-B20B-5B98B14B285B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346867"/>
            <a:ext cx="41148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6867F-8116-4F7D-8ABA-96A0A5CDE3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16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kumimoji="1"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FE79-A3F9-E9D3-2E2C-0F33D73B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7962A96-6D22-5940-89E8-5AB51EC72F6D}"/>
              </a:ext>
            </a:extLst>
          </p:cNvPr>
          <p:cNvGrpSpPr/>
          <p:nvPr/>
        </p:nvGrpSpPr>
        <p:grpSpPr>
          <a:xfrm>
            <a:off x="0" y="0"/>
            <a:ext cx="12192000" cy="14400213"/>
            <a:chOff x="0" y="0"/>
            <a:chExt cx="12192000" cy="14400213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7A91B5E-A70E-2C3E-A1D6-251F0E6BC1A4}"/>
                </a:ext>
              </a:extLst>
            </p:cNvPr>
            <p:cNvSpPr/>
            <p:nvPr/>
          </p:nvSpPr>
          <p:spPr>
            <a:xfrm>
              <a:off x="2479964" y="2081827"/>
              <a:ext cx="7232072" cy="123183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523DF78-EFD0-CC9D-96BF-B654714F6B53}"/>
                </a:ext>
              </a:extLst>
            </p:cNvPr>
            <p:cNvSpPr/>
            <p:nvPr/>
          </p:nvSpPr>
          <p:spPr>
            <a:xfrm>
              <a:off x="0" y="0"/>
              <a:ext cx="12192000" cy="221730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3200" dirty="0">
                  <a:latin typeface="BIZ UDゴシック" panose="020B0400000000000000" pitchFamily="49" charset="-128"/>
                  <a:ea typeface="BIZ UDゴシック" panose="020B0400000000000000" pitchFamily="49" charset="-128"/>
                  <a:cs typeface="ADLaM Display" panose="02010000000000000000" pitchFamily="2" charset="0"/>
                </a:rPr>
                <a:t>高校数学演習問題自動生成アプリケーション</a:t>
              </a:r>
            </a:p>
          </p:txBody>
        </p:sp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9F212C7E-D786-EC6D-D6A8-B1ADB0ABCB2B}"/>
                </a:ext>
              </a:extLst>
            </p:cNvPr>
            <p:cNvGrpSpPr/>
            <p:nvPr/>
          </p:nvGrpSpPr>
          <p:grpSpPr>
            <a:xfrm>
              <a:off x="3140364" y="3628056"/>
              <a:ext cx="5481783" cy="4422275"/>
              <a:chOff x="3140364" y="3628056"/>
              <a:chExt cx="5481783" cy="4422275"/>
            </a:xfrm>
          </p:grpSpPr>
          <p:sp>
            <p:nvSpPr>
              <p:cNvPr id="6" name="四角形: 角を丸くする 5">
                <a:extLst>
                  <a:ext uri="{FF2B5EF4-FFF2-40B4-BE49-F238E27FC236}">
                    <a16:creationId xmlns:a16="http://schemas.microsoft.com/office/drawing/2014/main" id="{6AEFDB0B-2E2F-273D-447A-FC196BC3C1D6}"/>
                  </a:ext>
                </a:extLst>
              </p:cNvPr>
              <p:cNvSpPr/>
              <p:nvPr/>
            </p:nvSpPr>
            <p:spPr>
              <a:xfrm>
                <a:off x="3140364" y="3628056"/>
                <a:ext cx="2225964" cy="88669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数学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Ⅰ</a:t>
                </a:r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7089A7CC-4FB2-C97A-C4BB-67751E5F30D3}"/>
                  </a:ext>
                </a:extLst>
              </p:cNvPr>
              <p:cNvSpPr/>
              <p:nvPr/>
            </p:nvSpPr>
            <p:spPr>
              <a:xfrm>
                <a:off x="3140364" y="5395847"/>
                <a:ext cx="2225964" cy="88669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数学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Ⅱ</a:t>
                </a:r>
              </a:p>
            </p:txBody>
          </p:sp>
          <p:sp>
            <p:nvSpPr>
              <p:cNvPr id="8" name="四角形: 角を丸くする 7">
                <a:extLst>
                  <a:ext uri="{FF2B5EF4-FFF2-40B4-BE49-F238E27FC236}">
                    <a16:creationId xmlns:a16="http://schemas.microsoft.com/office/drawing/2014/main" id="{17D7E0CB-FB8C-FA8D-85E1-6F429E628D7E}"/>
                  </a:ext>
                </a:extLst>
              </p:cNvPr>
              <p:cNvSpPr/>
              <p:nvPr/>
            </p:nvSpPr>
            <p:spPr>
              <a:xfrm>
                <a:off x="6396183" y="7163640"/>
                <a:ext cx="2225964" cy="88669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数学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C</a:t>
                </a:r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四角形: 角を丸くする 8">
                <a:extLst>
                  <a:ext uri="{FF2B5EF4-FFF2-40B4-BE49-F238E27FC236}">
                    <a16:creationId xmlns:a16="http://schemas.microsoft.com/office/drawing/2014/main" id="{490F2B04-EE57-1739-7A0C-F8BB10CDD235}"/>
                  </a:ext>
                </a:extLst>
              </p:cNvPr>
              <p:cNvSpPr/>
              <p:nvPr/>
            </p:nvSpPr>
            <p:spPr>
              <a:xfrm>
                <a:off x="3140364" y="7163640"/>
                <a:ext cx="2225964" cy="88669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数学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Ⅲ</a:t>
                </a:r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四角形: 角を丸くする 9">
                <a:extLst>
                  <a:ext uri="{FF2B5EF4-FFF2-40B4-BE49-F238E27FC236}">
                    <a16:creationId xmlns:a16="http://schemas.microsoft.com/office/drawing/2014/main" id="{938E6169-5156-A256-C6A9-BF5ECE049026}"/>
                  </a:ext>
                </a:extLst>
              </p:cNvPr>
              <p:cNvSpPr/>
              <p:nvPr/>
            </p:nvSpPr>
            <p:spPr>
              <a:xfrm>
                <a:off x="6396183" y="5395847"/>
                <a:ext cx="2225964" cy="88669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数学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B</a:t>
                </a:r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四角形: 角を丸くする 10">
                <a:extLst>
                  <a:ext uri="{FF2B5EF4-FFF2-40B4-BE49-F238E27FC236}">
                    <a16:creationId xmlns:a16="http://schemas.microsoft.com/office/drawing/2014/main" id="{7A51CFD6-DC17-A89F-FF7C-8241203F4A5D}"/>
                  </a:ext>
                </a:extLst>
              </p:cNvPr>
              <p:cNvSpPr/>
              <p:nvPr/>
            </p:nvSpPr>
            <p:spPr>
              <a:xfrm>
                <a:off x="6396183" y="3628056"/>
                <a:ext cx="2225964" cy="88669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数学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A</a:t>
                </a:r>
                <a:endParaRPr lang="ja-JP" altLang="en-US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2354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89115-A964-A028-FC1E-DCFFE2306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0065709-1E5B-C281-4B50-709C9F00E3E3}"/>
              </a:ext>
            </a:extLst>
          </p:cNvPr>
          <p:cNvSpPr/>
          <p:nvPr/>
        </p:nvSpPr>
        <p:spPr>
          <a:xfrm>
            <a:off x="2479964" y="2217305"/>
            <a:ext cx="7232072" cy="121829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458255-3B47-453F-1925-2846A387E452}"/>
              </a:ext>
            </a:extLst>
          </p:cNvPr>
          <p:cNvSpPr/>
          <p:nvPr/>
        </p:nvSpPr>
        <p:spPr>
          <a:xfrm>
            <a:off x="0" y="0"/>
            <a:ext cx="12192000" cy="221730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ADLaM Display" panose="02010000000000000000" pitchFamily="2" charset="0"/>
              </a:rPr>
              <a:t>高校数学演習問題自動生成アプリケーション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35D3CC6-7B39-FB87-103B-F83BA5299EB5}"/>
              </a:ext>
            </a:extLst>
          </p:cNvPr>
          <p:cNvSpPr/>
          <p:nvPr/>
        </p:nvSpPr>
        <p:spPr>
          <a:xfrm>
            <a:off x="3140364" y="4422564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数と式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AC51252-4433-3105-701A-D19125A82CBC}"/>
              </a:ext>
            </a:extLst>
          </p:cNvPr>
          <p:cNvSpPr/>
          <p:nvPr/>
        </p:nvSpPr>
        <p:spPr>
          <a:xfrm>
            <a:off x="3140364" y="5840789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二次関数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C910F8C-072E-7881-30EC-2A1DB589CAE2}"/>
              </a:ext>
            </a:extLst>
          </p:cNvPr>
          <p:cNvSpPr/>
          <p:nvPr/>
        </p:nvSpPr>
        <p:spPr>
          <a:xfrm>
            <a:off x="3140364" y="7294418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データの分析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7DC7F5-929D-DCFF-BCA9-D85B2AB4EF76}"/>
              </a:ext>
            </a:extLst>
          </p:cNvPr>
          <p:cNvSpPr/>
          <p:nvPr/>
        </p:nvSpPr>
        <p:spPr>
          <a:xfrm>
            <a:off x="6599383" y="5843171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図形と計量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E8020DD-F842-4691-5C9F-2776DECA8702}"/>
              </a:ext>
            </a:extLst>
          </p:cNvPr>
          <p:cNvSpPr/>
          <p:nvPr/>
        </p:nvSpPr>
        <p:spPr>
          <a:xfrm>
            <a:off x="6599383" y="4385746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集合と論理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9ACA98-2A57-CD9F-C2C1-D20EA6AE777A}"/>
              </a:ext>
            </a:extLst>
          </p:cNvPr>
          <p:cNvSpPr txBox="1"/>
          <p:nvPr/>
        </p:nvSpPr>
        <p:spPr>
          <a:xfrm>
            <a:off x="4253347" y="2958536"/>
            <a:ext cx="327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数学</a:t>
            </a:r>
            <a:r>
              <a:rPr kumimoji="1" lang="en-US" altLang="ja-JP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</a:t>
            </a:r>
            <a:endParaRPr kumimoji="1" lang="ja-JP" altLang="en-US" sz="4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7835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C21EE-C12F-B21F-91BC-5D843F51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1F915B3-CBD6-01E5-3D6D-9A92DD1D26B1}"/>
              </a:ext>
            </a:extLst>
          </p:cNvPr>
          <p:cNvSpPr/>
          <p:nvPr/>
        </p:nvSpPr>
        <p:spPr>
          <a:xfrm>
            <a:off x="2479964" y="2217305"/>
            <a:ext cx="7232072" cy="121829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D9E68E-88D0-D757-F358-8593509D852E}"/>
              </a:ext>
            </a:extLst>
          </p:cNvPr>
          <p:cNvSpPr/>
          <p:nvPr/>
        </p:nvSpPr>
        <p:spPr>
          <a:xfrm>
            <a:off x="0" y="0"/>
            <a:ext cx="12192000" cy="221730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ADLaM Display" panose="02010000000000000000" pitchFamily="2" charset="0"/>
              </a:rPr>
              <a:t>高校数学演習問題自動生成アプリケーション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5001EF8-CD3D-981F-8267-419399E6B7BF}"/>
              </a:ext>
            </a:extLst>
          </p:cNvPr>
          <p:cNvSpPr/>
          <p:nvPr/>
        </p:nvSpPr>
        <p:spPr>
          <a:xfrm>
            <a:off x="3111666" y="5240972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二次関数のグラフ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DCB50DB-5CAA-C9DD-3DB4-05F25EA89CDC}"/>
              </a:ext>
            </a:extLst>
          </p:cNvPr>
          <p:cNvSpPr/>
          <p:nvPr/>
        </p:nvSpPr>
        <p:spPr>
          <a:xfrm>
            <a:off x="3140364" y="6666800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二次関数の決定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524CCDC-618F-B5D4-F646-78C578F02397}"/>
              </a:ext>
            </a:extLst>
          </p:cNvPr>
          <p:cNvSpPr/>
          <p:nvPr/>
        </p:nvSpPr>
        <p:spPr>
          <a:xfrm>
            <a:off x="3140364" y="8092628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二次不等式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7C7B382-99CC-2FD5-DBA4-BD54FB9AC99A}"/>
              </a:ext>
            </a:extLst>
          </p:cNvPr>
          <p:cNvSpPr/>
          <p:nvPr/>
        </p:nvSpPr>
        <p:spPr>
          <a:xfrm>
            <a:off x="6704612" y="6666800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二次方程式と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ja-JP" altLang="en-US" dirty="0">
                <a:solidFill>
                  <a:schemeClr val="tx1"/>
                </a:solidFill>
              </a:rPr>
              <a:t>二次関数の関係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803BBD2-AC34-9DE2-71EB-E9DED8215CD9}"/>
              </a:ext>
            </a:extLst>
          </p:cNvPr>
          <p:cNvSpPr/>
          <p:nvPr/>
        </p:nvSpPr>
        <p:spPr>
          <a:xfrm>
            <a:off x="6704612" y="5240972"/>
            <a:ext cx="2225964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二次関数の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ja-JP" altLang="en-US" dirty="0">
                <a:solidFill>
                  <a:schemeClr val="tx1"/>
                </a:solidFill>
              </a:rPr>
              <a:t>最大・最小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841F98-D8EF-F0FC-DA16-46AD3C392E7C}"/>
              </a:ext>
            </a:extLst>
          </p:cNvPr>
          <p:cNvSpPr txBox="1"/>
          <p:nvPr/>
        </p:nvSpPr>
        <p:spPr>
          <a:xfrm>
            <a:off x="4253347" y="2958536"/>
            <a:ext cx="327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数学</a:t>
            </a:r>
            <a:r>
              <a:rPr kumimoji="1" lang="en-US" altLang="ja-JP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</a:t>
            </a:r>
            <a:endParaRPr kumimoji="1" lang="ja-JP" altLang="en-US" sz="4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AA38669-66AE-E6AD-61E6-FB3213CE8A33}"/>
              </a:ext>
            </a:extLst>
          </p:cNvPr>
          <p:cNvSpPr txBox="1"/>
          <p:nvPr/>
        </p:nvSpPr>
        <p:spPr>
          <a:xfrm>
            <a:off x="4557816" y="4147988"/>
            <a:ext cx="26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二次関数</a:t>
            </a:r>
          </a:p>
        </p:txBody>
      </p:sp>
    </p:spTree>
    <p:extLst>
      <p:ext uri="{BB962C8B-B14F-4D97-AF65-F5344CB8AC3E}">
        <p14:creationId xmlns:p14="http://schemas.microsoft.com/office/powerpoint/2010/main" val="93190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8F47D-840C-4757-A902-1417F1BAF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4C584F-7BDC-9561-E3C3-9BFEAF85D568}"/>
              </a:ext>
            </a:extLst>
          </p:cNvPr>
          <p:cNvSpPr/>
          <p:nvPr/>
        </p:nvSpPr>
        <p:spPr>
          <a:xfrm>
            <a:off x="2479964" y="2217305"/>
            <a:ext cx="7232072" cy="121829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0B1D5E-90E8-CE66-85EE-09E7C5461CAD}"/>
              </a:ext>
            </a:extLst>
          </p:cNvPr>
          <p:cNvSpPr/>
          <p:nvPr/>
        </p:nvSpPr>
        <p:spPr>
          <a:xfrm>
            <a:off x="0" y="0"/>
            <a:ext cx="12192000" cy="221730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ADLaM Display" panose="02010000000000000000" pitchFamily="2" charset="0"/>
              </a:rPr>
              <a:t>高校数学演習問題自動生成アプリケーション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四角形: 角を丸くする 8">
                <a:extLst>
                  <a:ext uri="{FF2B5EF4-FFF2-40B4-BE49-F238E27FC236}">
                    <a16:creationId xmlns:a16="http://schemas.microsoft.com/office/drawing/2014/main" id="{76215104-0079-244A-AE34-183A1C6924E4}"/>
                  </a:ext>
                </a:extLst>
              </p:cNvPr>
              <p:cNvSpPr/>
              <p:nvPr/>
            </p:nvSpPr>
            <p:spPr>
              <a:xfrm>
                <a:off x="3427519" y="6313415"/>
                <a:ext cx="5016332" cy="88669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グラフと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軸の共有点の座標を求める問題</a:t>
                </a:r>
              </a:p>
            </p:txBody>
          </p:sp>
        </mc:Choice>
        <mc:Fallback xmlns="">
          <p:sp>
            <p:nvSpPr>
              <p:cNvPr id="9" name="四角形: 角を丸くする 8">
                <a:extLst>
                  <a:ext uri="{FF2B5EF4-FFF2-40B4-BE49-F238E27FC236}">
                    <a16:creationId xmlns:a16="http://schemas.microsoft.com/office/drawing/2014/main" id="{76215104-0079-244A-AE34-183A1C692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519" y="6313415"/>
                <a:ext cx="5016332" cy="8866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15ED2D-6031-46C1-BD22-9421D7BB2BD3}"/>
              </a:ext>
            </a:extLst>
          </p:cNvPr>
          <p:cNvSpPr txBox="1"/>
          <p:nvPr/>
        </p:nvSpPr>
        <p:spPr>
          <a:xfrm>
            <a:off x="4253347" y="2958536"/>
            <a:ext cx="327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数学</a:t>
            </a:r>
            <a:r>
              <a:rPr kumimoji="1" lang="en-US" altLang="ja-JP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</a:t>
            </a:r>
            <a:endParaRPr kumimoji="1" lang="ja-JP" altLang="en-US" sz="4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638CF8-FA51-AD78-F6C8-5F20131DF697}"/>
              </a:ext>
            </a:extLst>
          </p:cNvPr>
          <p:cNvSpPr txBox="1"/>
          <p:nvPr/>
        </p:nvSpPr>
        <p:spPr>
          <a:xfrm>
            <a:off x="4557816" y="4147988"/>
            <a:ext cx="26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二次関数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33F438-1B4C-7442-80B6-87764D5023D8}"/>
              </a:ext>
            </a:extLst>
          </p:cNvPr>
          <p:cNvSpPr txBox="1"/>
          <p:nvPr/>
        </p:nvSpPr>
        <p:spPr>
          <a:xfrm>
            <a:off x="3427519" y="5029664"/>
            <a:ext cx="5016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二次方程式と二次関数の関係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四角形: 角を丸くする 5">
                <a:extLst>
                  <a:ext uri="{FF2B5EF4-FFF2-40B4-BE49-F238E27FC236}">
                    <a16:creationId xmlns:a16="http://schemas.microsoft.com/office/drawing/2014/main" id="{0B272161-F497-5035-4DB6-57F41C9B86D2}"/>
                  </a:ext>
                </a:extLst>
              </p:cNvPr>
              <p:cNvSpPr/>
              <p:nvPr/>
            </p:nvSpPr>
            <p:spPr>
              <a:xfrm>
                <a:off x="3427519" y="8022193"/>
                <a:ext cx="5016332" cy="88669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chemeClr val="tx1"/>
                    </a:solidFill>
                  </a:rPr>
                  <a:t>グラフと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軸の共有点の個数を求める問題</a:t>
                </a:r>
              </a:p>
            </p:txBody>
          </p:sp>
        </mc:Choice>
        <mc:Fallback xmlns="">
          <p:sp>
            <p:nvSpPr>
              <p:cNvPr id="6" name="四角形: 角を丸くする 5">
                <a:extLst>
                  <a:ext uri="{FF2B5EF4-FFF2-40B4-BE49-F238E27FC236}">
                    <a16:creationId xmlns:a16="http://schemas.microsoft.com/office/drawing/2014/main" id="{0B272161-F497-5035-4DB6-57F41C9B8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519" y="8022193"/>
                <a:ext cx="5016332" cy="8866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ABDE65F-3E7A-B4A6-BA1B-3B77A6DA3369}"/>
              </a:ext>
            </a:extLst>
          </p:cNvPr>
          <p:cNvSpPr/>
          <p:nvPr/>
        </p:nvSpPr>
        <p:spPr>
          <a:xfrm>
            <a:off x="3427519" y="9730971"/>
            <a:ext cx="5016332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放物線と直線の共有点の問題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B431DDD-4849-EDA7-C4B2-8530C17C08BF}"/>
              </a:ext>
            </a:extLst>
          </p:cNvPr>
          <p:cNvSpPr/>
          <p:nvPr/>
        </p:nvSpPr>
        <p:spPr>
          <a:xfrm>
            <a:off x="3427519" y="11439749"/>
            <a:ext cx="5016332" cy="886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解の配置問題</a:t>
            </a:r>
          </a:p>
        </p:txBody>
      </p:sp>
    </p:spTree>
    <p:extLst>
      <p:ext uri="{BB962C8B-B14F-4D97-AF65-F5344CB8AC3E}">
        <p14:creationId xmlns:p14="http://schemas.microsoft.com/office/powerpoint/2010/main" val="417730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51F7-C242-ADA6-1AF5-C6288F3F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9C7851-B5C7-E58E-FD07-50EBB8A521E3}"/>
              </a:ext>
            </a:extLst>
          </p:cNvPr>
          <p:cNvSpPr/>
          <p:nvPr/>
        </p:nvSpPr>
        <p:spPr>
          <a:xfrm>
            <a:off x="723900" y="2217305"/>
            <a:ext cx="10731500" cy="121829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42F0EC0-C6FB-3B24-5911-FC0EACAD9DB5}"/>
              </a:ext>
            </a:extLst>
          </p:cNvPr>
          <p:cNvSpPr/>
          <p:nvPr/>
        </p:nvSpPr>
        <p:spPr>
          <a:xfrm>
            <a:off x="0" y="0"/>
            <a:ext cx="12192000" cy="221730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ADLaM Display" panose="02010000000000000000" pitchFamily="2" charset="0"/>
              </a:rPr>
              <a:t>高校数学演習問題自動生成アプリケーション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3A01D4-91DE-01F7-BFDA-FED7EF6C4A6F}"/>
              </a:ext>
            </a:extLst>
          </p:cNvPr>
          <p:cNvSpPr txBox="1"/>
          <p:nvPr/>
        </p:nvSpPr>
        <p:spPr>
          <a:xfrm>
            <a:off x="4253347" y="2958536"/>
            <a:ext cx="327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数学</a:t>
            </a:r>
            <a:r>
              <a:rPr kumimoji="1" lang="en-US" altLang="ja-JP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</a:t>
            </a:r>
            <a:endParaRPr kumimoji="1" lang="ja-JP" altLang="en-US" sz="4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30D325-9E0E-2235-E78B-BB32BFF1F925}"/>
              </a:ext>
            </a:extLst>
          </p:cNvPr>
          <p:cNvSpPr txBox="1"/>
          <p:nvPr/>
        </p:nvSpPr>
        <p:spPr>
          <a:xfrm>
            <a:off x="4557816" y="4147988"/>
            <a:ext cx="26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二次関数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87C6D8-3757-688F-E47C-A08047770BE9}"/>
              </a:ext>
            </a:extLst>
          </p:cNvPr>
          <p:cNvSpPr txBox="1"/>
          <p:nvPr/>
        </p:nvSpPr>
        <p:spPr>
          <a:xfrm>
            <a:off x="3427519" y="5029664"/>
            <a:ext cx="5016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二次方程式と二次関数の関係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F85BEE9-5407-CC98-E0D3-F874F2CDA395}"/>
                  </a:ext>
                </a:extLst>
              </p:cNvPr>
              <p:cNvSpPr txBox="1"/>
              <p:nvPr/>
            </p:nvSpPr>
            <p:spPr>
              <a:xfrm>
                <a:off x="3587834" y="5911340"/>
                <a:ext cx="5016332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20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グラフと</a:t>
                </a:r>
                <a:r>
                  <a:rPr lang="en-US" altLang="ja-JP" sz="20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0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軸の共有点の座標を求める問題</a:t>
                </a:r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F85BEE9-5407-CC98-E0D3-F874F2CDA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834" y="5911340"/>
                <a:ext cx="5016332" cy="677108"/>
              </a:xfrm>
              <a:prstGeom prst="rect">
                <a:avLst/>
              </a:prstGeom>
              <a:blipFill>
                <a:blip r:embed="rId2"/>
                <a:stretch>
                  <a:fillRect l="-1338" t="-81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B2D5220-8674-DA41-3A50-B57B282B8C24}"/>
              </a:ext>
            </a:extLst>
          </p:cNvPr>
          <p:cNvSpPr txBox="1"/>
          <p:nvPr/>
        </p:nvSpPr>
        <p:spPr>
          <a:xfrm>
            <a:off x="2090886" y="8142600"/>
            <a:ext cx="267326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選択してください       </a:t>
            </a:r>
            <a:r>
              <a:rPr lang="ja-JP" altLang="ja-JP" dirty="0"/>
              <a:t>▼</a:t>
            </a:r>
            <a:r>
              <a:rPr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25513A-2993-A3F5-D881-73C48F032595}"/>
              </a:ext>
            </a:extLst>
          </p:cNvPr>
          <p:cNvSpPr txBox="1"/>
          <p:nvPr/>
        </p:nvSpPr>
        <p:spPr>
          <a:xfrm>
            <a:off x="2090886" y="10933916"/>
            <a:ext cx="267326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選択してください       </a:t>
            </a:r>
            <a:r>
              <a:rPr lang="ja-JP" altLang="ja-JP" dirty="0"/>
              <a:t>▼</a:t>
            </a:r>
            <a:r>
              <a:rPr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75BE76A-1292-15CB-BC13-97BCA6183FB6}"/>
              </a:ext>
            </a:extLst>
          </p:cNvPr>
          <p:cNvSpPr/>
          <p:nvPr/>
        </p:nvSpPr>
        <p:spPr>
          <a:xfrm>
            <a:off x="6337300" y="8142600"/>
            <a:ext cx="4445000" cy="32046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650474F-D131-7F92-CA26-D4AA04E6EFD0}"/>
              </a:ext>
            </a:extLst>
          </p:cNvPr>
          <p:cNvSpPr txBox="1"/>
          <p:nvPr/>
        </p:nvSpPr>
        <p:spPr>
          <a:xfrm>
            <a:off x="1983348" y="7659892"/>
            <a:ext cx="36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何枚のプリントを生成しますか？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11FD0AF-FA09-367F-B89E-C106D2B2C86C}"/>
              </a:ext>
            </a:extLst>
          </p:cNvPr>
          <p:cNvSpPr txBox="1"/>
          <p:nvPr/>
        </p:nvSpPr>
        <p:spPr>
          <a:xfrm>
            <a:off x="1983348" y="10451208"/>
            <a:ext cx="411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枚のプリントに何問生成しますか？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FC7C512-EE18-B03E-5C35-DD7B0EB67920}"/>
              </a:ext>
            </a:extLst>
          </p:cNvPr>
          <p:cNvSpPr txBox="1"/>
          <p:nvPr/>
        </p:nvSpPr>
        <p:spPr>
          <a:xfrm>
            <a:off x="6337300" y="7659892"/>
            <a:ext cx="295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問題プレビュー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B42DAC1-F236-2F95-E967-67FF8E910009}"/>
              </a:ext>
            </a:extLst>
          </p:cNvPr>
          <p:cNvSpPr/>
          <p:nvPr/>
        </p:nvSpPr>
        <p:spPr>
          <a:xfrm>
            <a:off x="9613900" y="12469934"/>
            <a:ext cx="1168400" cy="5560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決定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ACC7B1D-D118-1004-0352-D9F2288B7F91}"/>
                  </a:ext>
                </a:extLst>
              </p:cNvPr>
              <p:cNvSpPr txBox="1"/>
              <p:nvPr/>
            </p:nvSpPr>
            <p:spPr>
              <a:xfrm>
                <a:off x="6731000" y="8511932"/>
                <a:ext cx="337011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kumimoji="1" lang="en-US" altLang="ja-JP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ja-JP" altLang="en-US" dirty="0"/>
                  <a:t> 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軸との共有点の座標を求めよ</a:t>
                </a:r>
                <a:r>
                  <a:rPr kumimoji="1" lang="en-US" altLang="ja-JP" dirty="0"/>
                  <a:t>. 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ACC7B1D-D118-1004-0352-D9F2288B7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000" y="8511932"/>
                <a:ext cx="3370114" cy="646331"/>
              </a:xfrm>
              <a:prstGeom prst="rect">
                <a:avLst/>
              </a:prstGeom>
              <a:blipFill>
                <a:blip r:embed="rId3"/>
                <a:stretch>
                  <a:fillRect l="-1447" t="-3774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5D09CBB3-91EE-67FF-2727-1BD1E585600B}"/>
                  </a:ext>
                </a:extLst>
              </p:cNvPr>
              <p:cNvSpPr txBox="1"/>
              <p:nvPr/>
            </p:nvSpPr>
            <p:spPr>
              <a:xfrm>
                <a:off x="6731000" y="9605893"/>
                <a:ext cx="3370114" cy="1328023"/>
              </a:xfrm>
              <a:prstGeom prst="bracketPair">
                <a:avLst/>
              </a:prstGeom>
              <a:noFill/>
              <a:ln w="2222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ja-JP" altLang="en-US" dirty="0"/>
                  <a:t>の数字をランダムに生成します。ただし、因数分解した際に整数となるように生成します。</a:t>
                </a: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5D09CBB3-91EE-67FF-2727-1BD1E5856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000" y="9605893"/>
                <a:ext cx="3370114" cy="1328023"/>
              </a:xfrm>
              <a:prstGeom prst="bracketPair">
                <a:avLst/>
              </a:prstGeom>
              <a:blipFill>
                <a:blip r:embed="rId4"/>
                <a:stretch>
                  <a:fillRect b="-450"/>
                </a:stretch>
              </a:blipFill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358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EAA4-0673-FBB1-F7F1-9F9756E46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81412A-CFD9-44BC-085C-AF7561C20966}"/>
              </a:ext>
            </a:extLst>
          </p:cNvPr>
          <p:cNvSpPr/>
          <p:nvPr/>
        </p:nvSpPr>
        <p:spPr>
          <a:xfrm>
            <a:off x="660400" y="2051145"/>
            <a:ext cx="10985500" cy="123490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41ABAE0-989B-7818-3B3D-9999661E9404}"/>
              </a:ext>
            </a:extLst>
          </p:cNvPr>
          <p:cNvSpPr/>
          <p:nvPr/>
        </p:nvSpPr>
        <p:spPr>
          <a:xfrm>
            <a:off x="0" y="0"/>
            <a:ext cx="12192000" cy="221730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ADLaM Display" panose="02010000000000000000" pitchFamily="2" charset="0"/>
              </a:rPr>
              <a:t>高校数学演習問題自動生成アプリケーション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935959-0640-AD3A-5B25-C6D43145CF60}"/>
              </a:ext>
            </a:extLst>
          </p:cNvPr>
          <p:cNvSpPr txBox="1"/>
          <p:nvPr/>
        </p:nvSpPr>
        <p:spPr>
          <a:xfrm>
            <a:off x="4253347" y="2958536"/>
            <a:ext cx="327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数学</a:t>
            </a:r>
            <a:r>
              <a:rPr kumimoji="1" lang="en-US" altLang="ja-JP" sz="4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</a:t>
            </a:r>
            <a:endParaRPr kumimoji="1" lang="ja-JP" altLang="en-US" sz="4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157652E-0B7F-F4B1-8F0B-BFE382DADF0D}"/>
              </a:ext>
            </a:extLst>
          </p:cNvPr>
          <p:cNvSpPr txBox="1"/>
          <p:nvPr/>
        </p:nvSpPr>
        <p:spPr>
          <a:xfrm>
            <a:off x="4557816" y="4147988"/>
            <a:ext cx="267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二次関数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B8958F-DF5C-8DB4-2400-E5EF616C5432}"/>
              </a:ext>
            </a:extLst>
          </p:cNvPr>
          <p:cNvSpPr txBox="1"/>
          <p:nvPr/>
        </p:nvSpPr>
        <p:spPr>
          <a:xfrm>
            <a:off x="3427519" y="5029664"/>
            <a:ext cx="5016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二次方程式と二次関数の関係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A419B49-1A15-AF06-FD38-261F603DFBC0}"/>
                  </a:ext>
                </a:extLst>
              </p:cNvPr>
              <p:cNvSpPr txBox="1"/>
              <p:nvPr/>
            </p:nvSpPr>
            <p:spPr>
              <a:xfrm>
                <a:off x="3587834" y="5911340"/>
                <a:ext cx="5016332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20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グラフと</a:t>
                </a:r>
                <a:r>
                  <a:rPr lang="en-US" altLang="ja-JP" sz="20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20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軸の共有点の座標を求める問題</a:t>
                </a:r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A419B49-1A15-AF06-FD38-261F603DF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834" y="5911340"/>
                <a:ext cx="5016332" cy="677108"/>
              </a:xfrm>
              <a:prstGeom prst="rect">
                <a:avLst/>
              </a:prstGeom>
              <a:blipFill>
                <a:blip r:embed="rId2"/>
                <a:stretch>
                  <a:fillRect l="-1338" t="-81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DF6FCDE-FC23-D482-EFF1-EB0BF9663626}"/>
              </a:ext>
            </a:extLst>
          </p:cNvPr>
          <p:cNvSpPr txBox="1"/>
          <p:nvPr/>
        </p:nvSpPr>
        <p:spPr>
          <a:xfrm>
            <a:off x="6337300" y="7659892"/>
            <a:ext cx="295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サンプルプレビュー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287A9FD-2BD2-1A74-D1E4-7E3FE779CC72}"/>
              </a:ext>
            </a:extLst>
          </p:cNvPr>
          <p:cNvSpPr/>
          <p:nvPr/>
        </p:nvSpPr>
        <p:spPr>
          <a:xfrm>
            <a:off x="9296400" y="13589000"/>
            <a:ext cx="1485900" cy="5566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生成する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015A230-F6E7-991E-3134-3F7D236D8D49}"/>
              </a:ext>
            </a:extLst>
          </p:cNvPr>
          <p:cNvSpPr/>
          <p:nvPr/>
        </p:nvSpPr>
        <p:spPr>
          <a:xfrm>
            <a:off x="4737100" y="6858000"/>
            <a:ext cx="673100" cy="3421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0C2E60-5FE9-467A-F560-27E14F34D87D}"/>
              </a:ext>
            </a:extLst>
          </p:cNvPr>
          <p:cNvSpPr txBox="1"/>
          <p:nvPr/>
        </p:nvSpPr>
        <p:spPr>
          <a:xfrm>
            <a:off x="3524250" y="6870700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枚あたり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44753-1CAC-CEB6-9E27-4D3C71021694}"/>
              </a:ext>
            </a:extLst>
          </p:cNvPr>
          <p:cNvSpPr txBox="1"/>
          <p:nvPr/>
        </p:nvSpPr>
        <p:spPr>
          <a:xfrm>
            <a:off x="5410200" y="6870700"/>
            <a:ext cx="5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問、</a:t>
            </a:r>
            <a:endParaRPr kumimoji="1" lang="en-US" altLang="ja-JP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C1F55B3-F660-2E71-5680-9C0023E805FD}"/>
              </a:ext>
            </a:extLst>
          </p:cNvPr>
          <p:cNvSpPr/>
          <p:nvPr/>
        </p:nvSpPr>
        <p:spPr>
          <a:xfrm>
            <a:off x="6197602" y="6869216"/>
            <a:ext cx="673100" cy="3421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69A2DE7-5153-8B15-BD39-3E9A058519A7}"/>
              </a:ext>
            </a:extLst>
          </p:cNvPr>
          <p:cNvSpPr txBox="1"/>
          <p:nvPr/>
        </p:nvSpPr>
        <p:spPr>
          <a:xfrm>
            <a:off x="6870702" y="6869216"/>
            <a:ext cx="261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枚を生成します。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FB32A10-99F3-A039-AED0-E3902849116E}"/>
              </a:ext>
            </a:extLst>
          </p:cNvPr>
          <p:cNvSpPr txBox="1"/>
          <p:nvPr/>
        </p:nvSpPr>
        <p:spPr>
          <a:xfrm>
            <a:off x="1332019" y="7659892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プリントの形式を選択してください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6BC7212-12EB-7B91-E1DF-C9B3BC3064A9}"/>
              </a:ext>
            </a:extLst>
          </p:cNvPr>
          <p:cNvSpPr/>
          <p:nvPr/>
        </p:nvSpPr>
        <p:spPr>
          <a:xfrm>
            <a:off x="1948711" y="8582272"/>
            <a:ext cx="2957616" cy="5933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形式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C92F8721-7ADE-CAF3-D9F3-D22BABB09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702" y="8466311"/>
            <a:ext cx="3319568" cy="46256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316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B299-AC90-7BE7-10B3-155D1B79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A2C8784-05A7-E90D-635F-A1678193A1AB}"/>
              </a:ext>
            </a:extLst>
          </p:cNvPr>
          <p:cNvSpPr/>
          <p:nvPr/>
        </p:nvSpPr>
        <p:spPr>
          <a:xfrm>
            <a:off x="660400" y="2051145"/>
            <a:ext cx="10985500" cy="123490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BECC37-1564-1015-8979-0050F3BC0D3C}"/>
              </a:ext>
            </a:extLst>
          </p:cNvPr>
          <p:cNvSpPr/>
          <p:nvPr/>
        </p:nvSpPr>
        <p:spPr>
          <a:xfrm>
            <a:off x="0" y="0"/>
            <a:ext cx="12192000" cy="221730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ADLaM Display" panose="02010000000000000000" pitchFamily="2" charset="0"/>
              </a:rPr>
              <a:t>高校数学演習問題自動生成アプリケーション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FAA2F8-1C8E-5F32-497D-9CB77FA3C991}"/>
              </a:ext>
            </a:extLst>
          </p:cNvPr>
          <p:cNvSpPr txBox="1"/>
          <p:nvPr/>
        </p:nvSpPr>
        <p:spPr>
          <a:xfrm>
            <a:off x="2247900" y="4128750"/>
            <a:ext cx="769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生成しています</a:t>
            </a:r>
          </a:p>
        </p:txBody>
      </p:sp>
    </p:spTree>
    <p:extLst>
      <p:ext uri="{BB962C8B-B14F-4D97-AF65-F5344CB8AC3E}">
        <p14:creationId xmlns:p14="http://schemas.microsoft.com/office/powerpoint/2010/main" val="178324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803C-F750-87E9-95D0-F36039E9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6990F0-9AB4-92BE-AED5-06BE2F21409B}"/>
              </a:ext>
            </a:extLst>
          </p:cNvPr>
          <p:cNvSpPr/>
          <p:nvPr/>
        </p:nvSpPr>
        <p:spPr>
          <a:xfrm>
            <a:off x="603250" y="2051146"/>
            <a:ext cx="10985500" cy="123490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D108609-F7B6-DDB9-ECC1-3D81D6D0A6A0}"/>
              </a:ext>
            </a:extLst>
          </p:cNvPr>
          <p:cNvSpPr/>
          <p:nvPr/>
        </p:nvSpPr>
        <p:spPr>
          <a:xfrm>
            <a:off x="0" y="0"/>
            <a:ext cx="12192000" cy="221730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BIZ UDゴシック" panose="020B0400000000000000" pitchFamily="49" charset="-128"/>
                <a:ea typeface="BIZ UDゴシック" panose="020B0400000000000000" pitchFamily="49" charset="-128"/>
                <a:cs typeface="ADLaM Display" panose="02010000000000000000" pitchFamily="2" charset="0"/>
              </a:rPr>
              <a:t>高校数学演習問題自動生成アプリケーション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21EAAC-EC12-6CD9-437D-27C55F3C7F1D}"/>
              </a:ext>
            </a:extLst>
          </p:cNvPr>
          <p:cNvSpPr txBox="1"/>
          <p:nvPr/>
        </p:nvSpPr>
        <p:spPr>
          <a:xfrm>
            <a:off x="1549400" y="2959100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プリントプレビュー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BC1F66C-605E-F398-1491-A8A87F105227}"/>
              </a:ext>
            </a:extLst>
          </p:cNvPr>
          <p:cNvSpPr/>
          <p:nvPr/>
        </p:nvSpPr>
        <p:spPr>
          <a:xfrm>
            <a:off x="1549400" y="3628571"/>
            <a:ext cx="9583057" cy="4412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4310012-51BB-46E5-AAE4-A16313B36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612" y="3691277"/>
            <a:ext cx="2874687" cy="4005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18EF036-BEB0-7014-59F8-CBFA5C5D4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511" y="3696127"/>
            <a:ext cx="2969938" cy="40008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CD09650-E52A-CBAA-96C8-CBAC2FCD2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661" y="3691277"/>
            <a:ext cx="2874687" cy="4005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D50E60F-09D0-47BA-F0F8-3E2F4196F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74"/>
          <a:stretch>
            <a:fillRect/>
          </a:stretch>
        </p:blipFill>
        <p:spPr>
          <a:xfrm>
            <a:off x="10809560" y="3696127"/>
            <a:ext cx="322897" cy="40008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0892C3B-8A48-FED6-FB02-9D7B7D814EA2}"/>
              </a:ext>
            </a:extLst>
          </p:cNvPr>
          <p:cNvSpPr/>
          <p:nvPr/>
        </p:nvSpPr>
        <p:spPr>
          <a:xfrm>
            <a:off x="1684612" y="7759694"/>
            <a:ext cx="9300888" cy="2374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/>
              <a:t>■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D5459F8-B0A9-8950-635E-C6BCA46900DA}"/>
              </a:ext>
            </a:extLst>
          </p:cNvPr>
          <p:cNvSpPr/>
          <p:nvPr/>
        </p:nvSpPr>
        <p:spPr>
          <a:xfrm>
            <a:off x="1917700" y="8737600"/>
            <a:ext cx="2776811" cy="584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PDF</a:t>
            </a:r>
            <a:r>
              <a:rPr kumimoji="1" lang="ja-JP" altLang="en-US" dirty="0"/>
              <a:t>を保存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785ADDDA-DFDC-1B02-3873-2D56576874CD}"/>
              </a:ext>
            </a:extLst>
          </p:cNvPr>
          <p:cNvSpPr/>
          <p:nvPr/>
        </p:nvSpPr>
        <p:spPr>
          <a:xfrm>
            <a:off x="6781800" y="8737600"/>
            <a:ext cx="2776811" cy="584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トップに戻る</a:t>
            </a:r>
          </a:p>
        </p:txBody>
      </p:sp>
    </p:spTree>
    <p:extLst>
      <p:ext uri="{BB962C8B-B14F-4D97-AF65-F5344CB8AC3E}">
        <p14:creationId xmlns:p14="http://schemas.microsoft.com/office/powerpoint/2010/main" val="2204627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</TotalTime>
  <Words>311</Words>
  <Application>Microsoft Office PowerPoint</Application>
  <PresentationFormat>ユーザー設定</PresentationFormat>
  <Paragraphs>62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BIZ UDPゴシック</vt:lpstr>
      <vt:lpstr>BIZ UDゴシック</vt:lpstr>
      <vt:lpstr>Aptos</vt:lpstr>
      <vt:lpstr>Aptos Display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祐希 畠</dc:creator>
  <cp:lastModifiedBy>祐希 畠</cp:lastModifiedBy>
  <cp:revision>6</cp:revision>
  <dcterms:created xsi:type="dcterms:W3CDTF">2026-06-07T14:35:01Z</dcterms:created>
  <dcterms:modified xsi:type="dcterms:W3CDTF">2026-06-09T04:58:56Z</dcterms:modified>
</cp:coreProperties>
</file>