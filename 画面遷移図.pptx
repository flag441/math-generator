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5999738"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D4A7D5-DCB2-4317-BAB7-D6A68F964F5D}" v="13" dt="2026-06-09T12:22:37.0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33" autoAdjust="0"/>
    <p:restoredTop sz="94660"/>
  </p:normalViewPr>
  <p:slideViewPr>
    <p:cSldViewPr snapToGrid="0">
      <p:cViewPr varScale="1">
        <p:scale>
          <a:sx n="20" d="100"/>
          <a:sy n="20" d="100"/>
        </p:scale>
        <p:origin x="241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祐希 畠" userId="8f0d812aa0b7cae2" providerId="LiveId" clId="{94FE792F-9F7F-4241-B108-C01497F6462B}"/>
    <pc:docChg chg="custSel modSld">
      <pc:chgData name="祐希 畠" userId="8f0d812aa0b7cae2" providerId="LiveId" clId="{94FE792F-9F7F-4241-B108-C01497F6462B}" dt="2026-06-09T12:22:49.621" v="1349" actId="20577"/>
      <pc:docMkLst>
        <pc:docMk/>
      </pc:docMkLst>
      <pc:sldChg chg="addSp delSp modSp mod">
        <pc:chgData name="祐希 畠" userId="8f0d812aa0b7cae2" providerId="LiveId" clId="{94FE792F-9F7F-4241-B108-C01497F6462B}" dt="2026-06-09T12:22:49.621" v="1349" actId="20577"/>
        <pc:sldMkLst>
          <pc:docMk/>
          <pc:sldMk cId="3114219097" sldId="256"/>
        </pc:sldMkLst>
        <pc:spChg chg="add mod">
          <ac:chgData name="祐希 畠" userId="8f0d812aa0b7cae2" providerId="LiveId" clId="{94FE792F-9F7F-4241-B108-C01497F6462B}" dt="2026-06-09T12:01:21.267" v="57" actId="20577"/>
          <ac:spMkLst>
            <pc:docMk/>
            <pc:sldMk cId="3114219097" sldId="256"/>
            <ac:spMk id="2" creationId="{FF84D2B9-55F6-EDF5-8A87-B8B71CA982C3}"/>
          </ac:spMkLst>
        </pc:spChg>
        <pc:spChg chg="add mod">
          <ac:chgData name="祐希 畠" userId="8f0d812aa0b7cae2" providerId="LiveId" clId="{94FE792F-9F7F-4241-B108-C01497F6462B}" dt="2026-06-09T12:08:52.486" v="528" actId="1076"/>
          <ac:spMkLst>
            <pc:docMk/>
            <pc:sldMk cId="3114219097" sldId="256"/>
            <ac:spMk id="8" creationId="{B47F75E8-F0D5-ABFF-6936-122D2EE5FE5B}"/>
          </ac:spMkLst>
        </pc:spChg>
        <pc:spChg chg="add mod">
          <ac:chgData name="祐希 畠" userId="8f0d812aa0b7cae2" providerId="LiveId" clId="{94FE792F-9F7F-4241-B108-C01497F6462B}" dt="2026-06-09T12:10:00.725" v="719" actId="20577"/>
          <ac:spMkLst>
            <pc:docMk/>
            <pc:sldMk cId="3114219097" sldId="256"/>
            <ac:spMk id="9" creationId="{354BA7EF-AA3D-67D9-F565-D9DDDB1F74D7}"/>
          </ac:spMkLst>
        </pc:spChg>
        <pc:spChg chg="add mod">
          <ac:chgData name="祐希 畠" userId="8f0d812aa0b7cae2" providerId="LiveId" clId="{94FE792F-9F7F-4241-B108-C01497F6462B}" dt="2026-06-09T12:18:17.533" v="803" actId="20577"/>
          <ac:spMkLst>
            <pc:docMk/>
            <pc:sldMk cId="3114219097" sldId="256"/>
            <ac:spMk id="10" creationId="{3B7C6281-3D3A-CC22-0764-4A39B211E465}"/>
          </ac:spMkLst>
        </pc:spChg>
        <pc:spChg chg="add mod">
          <ac:chgData name="祐希 畠" userId="8f0d812aa0b7cae2" providerId="LiveId" clId="{94FE792F-9F7F-4241-B108-C01497F6462B}" dt="2026-06-09T12:20:37.196" v="1165" actId="1076"/>
          <ac:spMkLst>
            <pc:docMk/>
            <pc:sldMk cId="3114219097" sldId="256"/>
            <ac:spMk id="11" creationId="{AF549D2C-6A27-72E7-A2D1-DE6A6A9D95EF}"/>
          </ac:spMkLst>
        </pc:spChg>
        <pc:spChg chg="add mod">
          <ac:chgData name="祐希 畠" userId="8f0d812aa0b7cae2" providerId="LiveId" clId="{94FE792F-9F7F-4241-B108-C01497F6462B}" dt="2026-06-09T12:20:59.539" v="1199" actId="20577"/>
          <ac:spMkLst>
            <pc:docMk/>
            <pc:sldMk cId="3114219097" sldId="256"/>
            <ac:spMk id="12" creationId="{3CFC1470-AF76-D896-6138-D704F9332163}"/>
          </ac:spMkLst>
        </pc:spChg>
        <pc:spChg chg="add mod">
          <ac:chgData name="祐希 畠" userId="8f0d812aa0b7cae2" providerId="LiveId" clId="{94FE792F-9F7F-4241-B108-C01497F6462B}" dt="2026-06-09T12:21:41.772" v="1252" actId="1076"/>
          <ac:spMkLst>
            <pc:docMk/>
            <pc:sldMk cId="3114219097" sldId="256"/>
            <ac:spMk id="13" creationId="{FA96E043-5F0C-746A-A2FA-8A3A08D7FE80}"/>
          </ac:spMkLst>
        </pc:spChg>
        <pc:spChg chg="add mod">
          <ac:chgData name="祐希 畠" userId="8f0d812aa0b7cae2" providerId="LiveId" clId="{94FE792F-9F7F-4241-B108-C01497F6462B}" dt="2026-06-09T12:22:18.947" v="1302" actId="1076"/>
          <ac:spMkLst>
            <pc:docMk/>
            <pc:sldMk cId="3114219097" sldId="256"/>
            <ac:spMk id="14" creationId="{7FE95306-6739-113C-E49A-D4006B08DC52}"/>
          </ac:spMkLst>
        </pc:spChg>
        <pc:spChg chg="add mod">
          <ac:chgData name="祐希 畠" userId="8f0d812aa0b7cae2" providerId="LiveId" clId="{94FE792F-9F7F-4241-B108-C01497F6462B}" dt="2026-06-09T12:22:35.109" v="1332" actId="1076"/>
          <ac:spMkLst>
            <pc:docMk/>
            <pc:sldMk cId="3114219097" sldId="256"/>
            <ac:spMk id="15" creationId="{0A364956-5D16-B757-223A-8D8C92EB5FC2}"/>
          </ac:spMkLst>
        </pc:spChg>
        <pc:spChg chg="add mod">
          <ac:chgData name="祐希 畠" userId="8f0d812aa0b7cae2" providerId="LiveId" clId="{94FE792F-9F7F-4241-B108-C01497F6462B}" dt="2026-06-09T12:22:49.621" v="1349" actId="20577"/>
          <ac:spMkLst>
            <pc:docMk/>
            <pc:sldMk cId="3114219097" sldId="256"/>
            <ac:spMk id="16" creationId="{33C6FAE1-EBE3-AF10-B0AC-380BB0BF8B24}"/>
          </ac:spMkLst>
        </pc:spChg>
        <pc:spChg chg="mod">
          <ac:chgData name="祐希 畠" userId="8f0d812aa0b7cae2" providerId="LiveId" clId="{94FE792F-9F7F-4241-B108-C01497F6462B}" dt="2026-06-09T12:01:10.508" v="13" actId="20577"/>
          <ac:spMkLst>
            <pc:docMk/>
            <pc:sldMk cId="3114219097" sldId="256"/>
            <ac:spMk id="150" creationId="{C5888FFF-4EA3-ABBE-7952-71837187AE1F}"/>
          </ac:spMkLst>
        </pc:spChg>
        <pc:spChg chg="del">
          <ac:chgData name="祐希 畠" userId="8f0d812aa0b7cae2" providerId="LiveId" clId="{94FE792F-9F7F-4241-B108-C01497F6462B}" dt="2026-06-09T12:03:13.715" v="73" actId="478"/>
          <ac:spMkLst>
            <pc:docMk/>
            <pc:sldMk cId="3114219097" sldId="256"/>
            <ac:spMk id="155" creationId="{0F427547-92E7-B644-D256-5B14416178EA}"/>
          </ac:spMkLst>
        </pc:spChg>
        <pc:cxnChg chg="add mod">
          <ac:chgData name="祐希 畠" userId="8f0d812aa0b7cae2" providerId="LiveId" clId="{94FE792F-9F7F-4241-B108-C01497F6462B}" dt="2026-06-09T12:01:33.522" v="59" actId="1076"/>
          <ac:cxnSpMkLst>
            <pc:docMk/>
            <pc:sldMk cId="3114219097" sldId="256"/>
            <ac:cxnSpMk id="3" creationId="{7E4DFAC7-7E3B-CD03-FC4B-EF46B6E34480}"/>
          </ac:cxnSpMkLst>
        </pc:cxnChg>
        <pc:cxnChg chg="add mod">
          <ac:chgData name="祐希 畠" userId="8f0d812aa0b7cae2" providerId="LiveId" clId="{94FE792F-9F7F-4241-B108-C01497F6462B}" dt="2026-06-09T12:01:50.248" v="64" actId="1076"/>
          <ac:cxnSpMkLst>
            <pc:docMk/>
            <pc:sldMk cId="3114219097" sldId="256"/>
            <ac:cxnSpMk id="4" creationId="{9E97FD76-9DE0-0F94-E838-AC3881DD1A0E}"/>
          </ac:cxnSpMkLst>
        </pc:cxnChg>
        <pc:cxnChg chg="add mod">
          <ac:chgData name="祐希 畠" userId="8f0d812aa0b7cae2" providerId="LiveId" clId="{94FE792F-9F7F-4241-B108-C01497F6462B}" dt="2026-06-09T12:02:06.497" v="70" actId="14100"/>
          <ac:cxnSpMkLst>
            <pc:docMk/>
            <pc:sldMk cId="3114219097" sldId="256"/>
            <ac:cxnSpMk id="5" creationId="{F0EE19B9-20D7-B3FB-E4BD-B45FE41D3844}"/>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699981" y="5891626"/>
            <a:ext cx="30599777" cy="12533242"/>
          </a:xfrm>
        </p:spPr>
        <p:txBody>
          <a:bodyPr anchor="b"/>
          <a:lstStyle>
            <a:lvl1pPr algn="ctr">
              <a:defRPr sz="23622"/>
            </a:lvl1pPr>
          </a:lstStyle>
          <a:p>
            <a:r>
              <a:rPr lang="ja-JP" altLang="en-US"/>
              <a:t>マスター タイトルの書式設定</a:t>
            </a:r>
            <a:endParaRPr lang="en-US" dirty="0"/>
          </a:p>
        </p:txBody>
      </p:sp>
      <p:sp>
        <p:nvSpPr>
          <p:cNvPr id="3" name="Subtitle 2"/>
          <p:cNvSpPr>
            <a:spLocks noGrp="1"/>
          </p:cNvSpPr>
          <p:nvPr>
            <p:ph type="subTitle" idx="1"/>
          </p:nvPr>
        </p:nvSpPr>
        <p:spPr>
          <a:xfrm>
            <a:off x="4499967" y="18908198"/>
            <a:ext cx="26999804" cy="8691601"/>
          </a:xfrm>
        </p:spPr>
        <p:txBody>
          <a:bodyPr/>
          <a:lstStyle>
            <a:lvl1pPr marL="0" indent="0" algn="ctr">
              <a:buNone/>
              <a:defRPr sz="9449"/>
            </a:lvl1pPr>
            <a:lvl2pPr marL="1799996" indent="0" algn="ctr">
              <a:buNone/>
              <a:defRPr sz="7874"/>
            </a:lvl2pPr>
            <a:lvl3pPr marL="3599993" indent="0" algn="ctr">
              <a:buNone/>
              <a:defRPr sz="7087"/>
            </a:lvl3pPr>
            <a:lvl4pPr marL="5399989" indent="0" algn="ctr">
              <a:buNone/>
              <a:defRPr sz="6299"/>
            </a:lvl4pPr>
            <a:lvl5pPr marL="7199986" indent="0" algn="ctr">
              <a:buNone/>
              <a:defRPr sz="6299"/>
            </a:lvl5pPr>
            <a:lvl6pPr marL="8999982" indent="0" algn="ctr">
              <a:buNone/>
              <a:defRPr sz="6299"/>
            </a:lvl6pPr>
            <a:lvl7pPr marL="10799978" indent="0" algn="ctr">
              <a:buNone/>
              <a:defRPr sz="6299"/>
            </a:lvl7pPr>
            <a:lvl8pPr marL="12599975" indent="0" algn="ctr">
              <a:buNone/>
              <a:defRPr sz="6299"/>
            </a:lvl8pPr>
            <a:lvl9pPr marL="14399971" indent="0" algn="ctr">
              <a:buNone/>
              <a:defRPr sz="6299"/>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72D094D4-3B92-49CF-8C6F-62BE8B9A6142}" type="datetimeFigureOut">
              <a:rPr kumimoji="1" lang="ja-JP" altLang="en-US" smtClean="0"/>
              <a:t>2026/6/9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2829778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2D094D4-3B92-49CF-8C6F-62BE8B9A6142}" type="datetimeFigureOut">
              <a:rPr kumimoji="1" lang="ja-JP" altLang="en-US" smtClean="0"/>
              <a:t>2026/6/9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3641299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2456234" y="8974945"/>
            <a:ext cx="31049774" cy="14974888"/>
          </a:xfrm>
        </p:spPr>
        <p:txBody>
          <a:bodyPr anchor="b"/>
          <a:lstStyle>
            <a:lvl1pPr>
              <a:defRPr sz="23622"/>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456234" y="24091502"/>
            <a:ext cx="31049774" cy="7874940"/>
          </a:xfrm>
        </p:spPr>
        <p:txBody>
          <a:bodyPr/>
          <a:lstStyle>
            <a:lvl1pPr marL="0" indent="0">
              <a:buNone/>
              <a:defRPr sz="9449">
                <a:solidFill>
                  <a:schemeClr val="tx1">
                    <a:tint val="82000"/>
                  </a:schemeClr>
                </a:solidFill>
              </a:defRPr>
            </a:lvl1pPr>
            <a:lvl2pPr marL="1799996" indent="0">
              <a:buNone/>
              <a:defRPr sz="7874">
                <a:solidFill>
                  <a:schemeClr val="tx1">
                    <a:tint val="82000"/>
                  </a:schemeClr>
                </a:solidFill>
              </a:defRPr>
            </a:lvl2pPr>
            <a:lvl3pPr marL="3599993" indent="0">
              <a:buNone/>
              <a:defRPr sz="7087">
                <a:solidFill>
                  <a:schemeClr val="tx1">
                    <a:tint val="82000"/>
                  </a:schemeClr>
                </a:solidFill>
              </a:defRPr>
            </a:lvl3pPr>
            <a:lvl4pPr marL="5399989" indent="0">
              <a:buNone/>
              <a:defRPr sz="6299">
                <a:solidFill>
                  <a:schemeClr val="tx1">
                    <a:tint val="82000"/>
                  </a:schemeClr>
                </a:solidFill>
              </a:defRPr>
            </a:lvl4pPr>
            <a:lvl5pPr marL="7199986" indent="0">
              <a:buNone/>
              <a:defRPr sz="6299">
                <a:solidFill>
                  <a:schemeClr val="tx1">
                    <a:tint val="82000"/>
                  </a:schemeClr>
                </a:solidFill>
              </a:defRPr>
            </a:lvl5pPr>
            <a:lvl6pPr marL="8999982" indent="0">
              <a:buNone/>
              <a:defRPr sz="6299">
                <a:solidFill>
                  <a:schemeClr val="tx1">
                    <a:tint val="82000"/>
                  </a:schemeClr>
                </a:solidFill>
              </a:defRPr>
            </a:lvl6pPr>
            <a:lvl7pPr marL="10799978" indent="0">
              <a:buNone/>
              <a:defRPr sz="6299">
                <a:solidFill>
                  <a:schemeClr val="tx1">
                    <a:tint val="82000"/>
                  </a:schemeClr>
                </a:solidFill>
              </a:defRPr>
            </a:lvl7pPr>
            <a:lvl8pPr marL="12599975" indent="0">
              <a:buNone/>
              <a:defRPr sz="6299">
                <a:solidFill>
                  <a:schemeClr val="tx1">
                    <a:tint val="82000"/>
                  </a:schemeClr>
                </a:solidFill>
              </a:defRPr>
            </a:lvl8pPr>
            <a:lvl9pPr marL="14399971" indent="0">
              <a:buNone/>
              <a:defRPr sz="6299">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2D094D4-3B92-49CF-8C6F-62BE8B9A6142}" type="datetimeFigureOut">
              <a:rPr kumimoji="1" lang="ja-JP" altLang="en-US" smtClean="0"/>
              <a:t>2026/6/9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195244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474982" y="9583264"/>
            <a:ext cx="15299889" cy="2284150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18224867" y="9583264"/>
            <a:ext cx="15299889" cy="2284150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72D094D4-3B92-49CF-8C6F-62BE8B9A6142}" type="datetimeFigureOut">
              <a:rPr kumimoji="1" lang="ja-JP" altLang="en-US" smtClean="0"/>
              <a:t>2026/6/9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1670153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2479671" y="1916661"/>
            <a:ext cx="31049774" cy="6958285"/>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2479675" y="8824938"/>
            <a:ext cx="15229574" cy="4324966"/>
          </a:xfrm>
        </p:spPr>
        <p:txBody>
          <a:bodyPr anchor="b"/>
          <a:lstStyle>
            <a:lvl1pPr marL="0" indent="0">
              <a:buNone/>
              <a:defRPr sz="9449" b="1"/>
            </a:lvl1pPr>
            <a:lvl2pPr marL="1799996" indent="0">
              <a:buNone/>
              <a:defRPr sz="7874" b="1"/>
            </a:lvl2pPr>
            <a:lvl3pPr marL="3599993" indent="0">
              <a:buNone/>
              <a:defRPr sz="7087" b="1"/>
            </a:lvl3pPr>
            <a:lvl4pPr marL="5399989" indent="0">
              <a:buNone/>
              <a:defRPr sz="6299" b="1"/>
            </a:lvl4pPr>
            <a:lvl5pPr marL="7199986" indent="0">
              <a:buNone/>
              <a:defRPr sz="6299" b="1"/>
            </a:lvl5pPr>
            <a:lvl6pPr marL="8999982" indent="0">
              <a:buNone/>
              <a:defRPr sz="6299" b="1"/>
            </a:lvl6pPr>
            <a:lvl7pPr marL="10799978" indent="0">
              <a:buNone/>
              <a:defRPr sz="6299" b="1"/>
            </a:lvl7pPr>
            <a:lvl8pPr marL="12599975" indent="0">
              <a:buNone/>
              <a:defRPr sz="6299" b="1"/>
            </a:lvl8pPr>
            <a:lvl9pPr marL="14399971" indent="0">
              <a:buNone/>
              <a:defRPr sz="6299" b="1"/>
            </a:lvl9pPr>
          </a:lstStyle>
          <a:p>
            <a:pPr lvl="0"/>
            <a:r>
              <a:rPr lang="ja-JP" altLang="en-US"/>
              <a:t>マスター テキストの書式設定</a:t>
            </a:r>
          </a:p>
        </p:txBody>
      </p:sp>
      <p:sp>
        <p:nvSpPr>
          <p:cNvPr id="4" name="Content Placeholder 3"/>
          <p:cNvSpPr>
            <a:spLocks noGrp="1"/>
          </p:cNvSpPr>
          <p:nvPr>
            <p:ph sz="half" idx="2"/>
          </p:nvPr>
        </p:nvSpPr>
        <p:spPr>
          <a:xfrm>
            <a:off x="2479675" y="13149904"/>
            <a:ext cx="15229574" cy="1934152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18224869" y="8824938"/>
            <a:ext cx="15304578" cy="4324966"/>
          </a:xfrm>
        </p:spPr>
        <p:txBody>
          <a:bodyPr anchor="b"/>
          <a:lstStyle>
            <a:lvl1pPr marL="0" indent="0">
              <a:buNone/>
              <a:defRPr sz="9449" b="1"/>
            </a:lvl1pPr>
            <a:lvl2pPr marL="1799996" indent="0">
              <a:buNone/>
              <a:defRPr sz="7874" b="1"/>
            </a:lvl2pPr>
            <a:lvl3pPr marL="3599993" indent="0">
              <a:buNone/>
              <a:defRPr sz="7087" b="1"/>
            </a:lvl3pPr>
            <a:lvl4pPr marL="5399989" indent="0">
              <a:buNone/>
              <a:defRPr sz="6299" b="1"/>
            </a:lvl4pPr>
            <a:lvl5pPr marL="7199986" indent="0">
              <a:buNone/>
              <a:defRPr sz="6299" b="1"/>
            </a:lvl5pPr>
            <a:lvl6pPr marL="8999982" indent="0">
              <a:buNone/>
              <a:defRPr sz="6299" b="1"/>
            </a:lvl6pPr>
            <a:lvl7pPr marL="10799978" indent="0">
              <a:buNone/>
              <a:defRPr sz="6299" b="1"/>
            </a:lvl7pPr>
            <a:lvl8pPr marL="12599975" indent="0">
              <a:buNone/>
              <a:defRPr sz="6299" b="1"/>
            </a:lvl8pPr>
            <a:lvl9pPr marL="14399971" indent="0">
              <a:buNone/>
              <a:defRPr sz="6299" b="1"/>
            </a:lvl9pPr>
          </a:lstStyle>
          <a:p>
            <a:pPr lvl="0"/>
            <a:r>
              <a:rPr lang="ja-JP" altLang="en-US"/>
              <a:t>マスター テキストの書式設定</a:t>
            </a:r>
          </a:p>
        </p:txBody>
      </p:sp>
      <p:sp>
        <p:nvSpPr>
          <p:cNvPr id="6" name="Content Placeholder 5"/>
          <p:cNvSpPr>
            <a:spLocks noGrp="1"/>
          </p:cNvSpPr>
          <p:nvPr>
            <p:ph sz="quarter" idx="4"/>
          </p:nvPr>
        </p:nvSpPr>
        <p:spPr>
          <a:xfrm>
            <a:off x="18224869" y="13149904"/>
            <a:ext cx="15304578" cy="1934152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72D094D4-3B92-49CF-8C6F-62BE8B9A6142}" type="datetimeFigureOut">
              <a:rPr kumimoji="1" lang="ja-JP" altLang="en-US" smtClean="0"/>
              <a:t>2026/6/9</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1510940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72D094D4-3B92-49CF-8C6F-62BE8B9A6142}" type="datetimeFigureOut">
              <a:rPr kumimoji="1" lang="ja-JP" altLang="en-US" smtClean="0"/>
              <a:t>2026/6/9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301233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D094D4-3B92-49CF-8C6F-62BE8B9A6142}" type="datetimeFigureOut">
              <a:rPr kumimoji="1" lang="ja-JP" altLang="en-US" smtClean="0"/>
              <a:t>2026/6/9</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1835339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479671" y="2399982"/>
            <a:ext cx="11610853" cy="8399939"/>
          </a:xfrm>
        </p:spPr>
        <p:txBody>
          <a:bodyPr anchor="b"/>
          <a:lstStyle>
            <a:lvl1pPr>
              <a:defRPr sz="12598"/>
            </a:lvl1pPr>
          </a:lstStyle>
          <a:p>
            <a:r>
              <a:rPr lang="ja-JP" altLang="en-US"/>
              <a:t>マスター タイトルの書式設定</a:t>
            </a:r>
            <a:endParaRPr lang="en-US" dirty="0"/>
          </a:p>
        </p:txBody>
      </p:sp>
      <p:sp>
        <p:nvSpPr>
          <p:cNvPr id="3" name="Content Placeholder 2"/>
          <p:cNvSpPr>
            <a:spLocks noGrp="1"/>
          </p:cNvSpPr>
          <p:nvPr>
            <p:ph idx="1"/>
          </p:nvPr>
        </p:nvSpPr>
        <p:spPr>
          <a:xfrm>
            <a:off x="15304578" y="5183304"/>
            <a:ext cx="18224867" cy="25583147"/>
          </a:xfrm>
        </p:spPr>
        <p:txBody>
          <a:bodyPr/>
          <a:lstStyle>
            <a:lvl1pPr>
              <a:defRPr sz="12598"/>
            </a:lvl1pPr>
            <a:lvl2pPr>
              <a:defRPr sz="11024"/>
            </a:lvl2pPr>
            <a:lvl3pPr>
              <a:defRPr sz="9449"/>
            </a:lvl3pPr>
            <a:lvl4pPr>
              <a:defRPr sz="7874"/>
            </a:lvl4pPr>
            <a:lvl5pPr>
              <a:defRPr sz="7874"/>
            </a:lvl5pPr>
            <a:lvl6pPr>
              <a:defRPr sz="7874"/>
            </a:lvl6pPr>
            <a:lvl7pPr>
              <a:defRPr sz="7874"/>
            </a:lvl7pPr>
            <a:lvl8pPr>
              <a:defRPr sz="7874"/>
            </a:lvl8pPr>
            <a:lvl9pPr>
              <a:defRPr sz="7874"/>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2479671" y="10799922"/>
            <a:ext cx="11610853" cy="20008190"/>
          </a:xfrm>
        </p:spPr>
        <p:txBody>
          <a:bodyPr/>
          <a:lstStyle>
            <a:lvl1pPr marL="0" indent="0">
              <a:buNone/>
              <a:defRPr sz="6299"/>
            </a:lvl1pPr>
            <a:lvl2pPr marL="1799996" indent="0">
              <a:buNone/>
              <a:defRPr sz="5512"/>
            </a:lvl2pPr>
            <a:lvl3pPr marL="3599993" indent="0">
              <a:buNone/>
              <a:defRPr sz="4724"/>
            </a:lvl3pPr>
            <a:lvl4pPr marL="5399989" indent="0">
              <a:buNone/>
              <a:defRPr sz="3937"/>
            </a:lvl4pPr>
            <a:lvl5pPr marL="7199986" indent="0">
              <a:buNone/>
              <a:defRPr sz="3937"/>
            </a:lvl5pPr>
            <a:lvl6pPr marL="8999982" indent="0">
              <a:buNone/>
              <a:defRPr sz="3937"/>
            </a:lvl6pPr>
            <a:lvl7pPr marL="10799978" indent="0">
              <a:buNone/>
              <a:defRPr sz="3937"/>
            </a:lvl7pPr>
            <a:lvl8pPr marL="12599975" indent="0">
              <a:buNone/>
              <a:defRPr sz="3937"/>
            </a:lvl8pPr>
            <a:lvl9pPr marL="14399971" indent="0">
              <a:buNone/>
              <a:defRPr sz="3937"/>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2D094D4-3B92-49CF-8C6F-62BE8B9A6142}" type="datetimeFigureOut">
              <a:rPr kumimoji="1" lang="ja-JP" altLang="en-US" smtClean="0"/>
              <a:t>2026/6/9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1389595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2479671" y="2399982"/>
            <a:ext cx="11610853" cy="8399939"/>
          </a:xfrm>
        </p:spPr>
        <p:txBody>
          <a:bodyPr anchor="b"/>
          <a:lstStyle>
            <a:lvl1pPr>
              <a:defRPr sz="12598"/>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5304578" y="5183304"/>
            <a:ext cx="18224867" cy="25583147"/>
          </a:xfrm>
        </p:spPr>
        <p:txBody>
          <a:bodyPr anchor="t"/>
          <a:lstStyle>
            <a:lvl1pPr marL="0" indent="0">
              <a:buNone/>
              <a:defRPr sz="12598"/>
            </a:lvl1pPr>
            <a:lvl2pPr marL="1799996" indent="0">
              <a:buNone/>
              <a:defRPr sz="11024"/>
            </a:lvl2pPr>
            <a:lvl3pPr marL="3599993" indent="0">
              <a:buNone/>
              <a:defRPr sz="9449"/>
            </a:lvl3pPr>
            <a:lvl4pPr marL="5399989" indent="0">
              <a:buNone/>
              <a:defRPr sz="7874"/>
            </a:lvl4pPr>
            <a:lvl5pPr marL="7199986" indent="0">
              <a:buNone/>
              <a:defRPr sz="7874"/>
            </a:lvl5pPr>
            <a:lvl6pPr marL="8999982" indent="0">
              <a:buNone/>
              <a:defRPr sz="7874"/>
            </a:lvl6pPr>
            <a:lvl7pPr marL="10799978" indent="0">
              <a:buNone/>
              <a:defRPr sz="7874"/>
            </a:lvl7pPr>
            <a:lvl8pPr marL="12599975" indent="0">
              <a:buNone/>
              <a:defRPr sz="7874"/>
            </a:lvl8pPr>
            <a:lvl9pPr marL="14399971" indent="0">
              <a:buNone/>
              <a:defRPr sz="7874"/>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2479671" y="10799922"/>
            <a:ext cx="11610853" cy="20008190"/>
          </a:xfrm>
        </p:spPr>
        <p:txBody>
          <a:bodyPr/>
          <a:lstStyle>
            <a:lvl1pPr marL="0" indent="0">
              <a:buNone/>
              <a:defRPr sz="6299"/>
            </a:lvl1pPr>
            <a:lvl2pPr marL="1799996" indent="0">
              <a:buNone/>
              <a:defRPr sz="5512"/>
            </a:lvl2pPr>
            <a:lvl3pPr marL="3599993" indent="0">
              <a:buNone/>
              <a:defRPr sz="4724"/>
            </a:lvl3pPr>
            <a:lvl4pPr marL="5399989" indent="0">
              <a:buNone/>
              <a:defRPr sz="3937"/>
            </a:lvl4pPr>
            <a:lvl5pPr marL="7199986" indent="0">
              <a:buNone/>
              <a:defRPr sz="3937"/>
            </a:lvl5pPr>
            <a:lvl6pPr marL="8999982" indent="0">
              <a:buNone/>
              <a:defRPr sz="3937"/>
            </a:lvl6pPr>
            <a:lvl7pPr marL="10799978" indent="0">
              <a:buNone/>
              <a:defRPr sz="3937"/>
            </a:lvl7pPr>
            <a:lvl8pPr marL="12599975" indent="0">
              <a:buNone/>
              <a:defRPr sz="3937"/>
            </a:lvl8pPr>
            <a:lvl9pPr marL="14399971" indent="0">
              <a:buNone/>
              <a:defRPr sz="3937"/>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2D094D4-3B92-49CF-8C6F-62BE8B9A6142}" type="datetimeFigureOut">
              <a:rPr kumimoji="1" lang="ja-JP" altLang="en-US" smtClean="0"/>
              <a:t>2026/6/9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2755255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2D094D4-3B92-49CF-8C6F-62BE8B9A6142}" type="datetimeFigureOut">
              <a:rPr kumimoji="1" lang="ja-JP" altLang="en-US" smtClean="0"/>
              <a:t>2026/6/9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646206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762314" y="1916653"/>
            <a:ext cx="7762444" cy="30508114"/>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2474984" y="1916653"/>
            <a:ext cx="22837334" cy="30508114"/>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2D094D4-3B92-49CF-8C6F-62BE8B9A6142}" type="datetimeFigureOut">
              <a:rPr kumimoji="1" lang="ja-JP" altLang="en-US" smtClean="0"/>
              <a:t>2026/6/9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1090599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74982" y="1916661"/>
            <a:ext cx="31049774" cy="6958285"/>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474982" y="9583264"/>
            <a:ext cx="31049774" cy="2284150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474982" y="33366432"/>
            <a:ext cx="8099941" cy="1916653"/>
          </a:xfrm>
          <a:prstGeom prst="rect">
            <a:avLst/>
          </a:prstGeom>
        </p:spPr>
        <p:txBody>
          <a:bodyPr vert="horz" lIns="91440" tIns="45720" rIns="91440" bIns="45720" rtlCol="0" anchor="ctr"/>
          <a:lstStyle>
            <a:lvl1pPr algn="l">
              <a:defRPr sz="4724">
                <a:solidFill>
                  <a:schemeClr val="tx1">
                    <a:tint val="82000"/>
                  </a:schemeClr>
                </a:solidFill>
              </a:defRPr>
            </a:lvl1pPr>
          </a:lstStyle>
          <a:p>
            <a:fld id="{72D094D4-3B92-49CF-8C6F-62BE8B9A6142}" type="datetimeFigureOut">
              <a:rPr kumimoji="1" lang="ja-JP" altLang="en-US" smtClean="0"/>
              <a:t>2026/6/9</a:t>
            </a:fld>
            <a:endParaRPr kumimoji="1" lang="ja-JP" altLang="en-US"/>
          </a:p>
        </p:txBody>
      </p:sp>
      <p:sp>
        <p:nvSpPr>
          <p:cNvPr id="5" name="Footer Placeholder 4"/>
          <p:cNvSpPr>
            <a:spLocks noGrp="1"/>
          </p:cNvSpPr>
          <p:nvPr>
            <p:ph type="ftr" sz="quarter" idx="3"/>
          </p:nvPr>
        </p:nvSpPr>
        <p:spPr>
          <a:xfrm>
            <a:off x="11924913" y="33366432"/>
            <a:ext cx="12149912" cy="1916653"/>
          </a:xfrm>
          <a:prstGeom prst="rect">
            <a:avLst/>
          </a:prstGeom>
        </p:spPr>
        <p:txBody>
          <a:bodyPr vert="horz" lIns="91440" tIns="45720" rIns="91440" bIns="45720" rtlCol="0" anchor="ctr"/>
          <a:lstStyle>
            <a:lvl1pPr algn="ctr">
              <a:defRPr sz="4724">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25424815" y="33366432"/>
            <a:ext cx="8099941" cy="1916653"/>
          </a:xfrm>
          <a:prstGeom prst="rect">
            <a:avLst/>
          </a:prstGeom>
        </p:spPr>
        <p:txBody>
          <a:bodyPr vert="horz" lIns="91440" tIns="45720" rIns="91440" bIns="45720" rtlCol="0" anchor="ctr"/>
          <a:lstStyle>
            <a:lvl1pPr algn="r">
              <a:defRPr sz="4724">
                <a:solidFill>
                  <a:schemeClr val="tx1">
                    <a:tint val="82000"/>
                  </a:schemeClr>
                </a:solidFill>
              </a:defRPr>
            </a:lvl1pPr>
          </a:lstStyle>
          <a:p>
            <a:fld id="{6CD63E20-F94B-4677-8462-1CB1EC000543}" type="slidenum">
              <a:rPr kumimoji="1" lang="ja-JP" altLang="en-US" smtClean="0"/>
              <a:t>‹#›</a:t>
            </a:fld>
            <a:endParaRPr kumimoji="1" lang="ja-JP" altLang="en-US"/>
          </a:p>
        </p:txBody>
      </p:sp>
    </p:spTree>
    <p:extLst>
      <p:ext uri="{BB962C8B-B14F-4D97-AF65-F5344CB8AC3E}">
        <p14:creationId xmlns:p14="http://schemas.microsoft.com/office/powerpoint/2010/main" val="16690349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599993" rtl="0" eaLnBrk="1" latinLnBrk="0" hangingPunct="1">
        <a:lnSpc>
          <a:spcPct val="90000"/>
        </a:lnSpc>
        <a:spcBef>
          <a:spcPct val="0"/>
        </a:spcBef>
        <a:buNone/>
        <a:defRPr kumimoji="1" sz="17323" kern="1200">
          <a:solidFill>
            <a:schemeClr val="tx1"/>
          </a:solidFill>
          <a:latin typeface="+mj-lt"/>
          <a:ea typeface="+mj-ea"/>
          <a:cs typeface="+mj-cs"/>
        </a:defRPr>
      </a:lvl1pPr>
    </p:titleStyle>
    <p:bodyStyle>
      <a:lvl1pPr marL="899998" indent="-899998" algn="l" defTabSz="3599993" rtl="0" eaLnBrk="1" latinLnBrk="0" hangingPunct="1">
        <a:lnSpc>
          <a:spcPct val="90000"/>
        </a:lnSpc>
        <a:spcBef>
          <a:spcPts val="3937"/>
        </a:spcBef>
        <a:buFont typeface="Arial" panose="020B0604020202020204" pitchFamily="34" charset="0"/>
        <a:buChar char="•"/>
        <a:defRPr kumimoji="1" sz="11024" kern="1200">
          <a:solidFill>
            <a:schemeClr val="tx1"/>
          </a:solidFill>
          <a:latin typeface="+mn-lt"/>
          <a:ea typeface="+mn-ea"/>
          <a:cs typeface="+mn-cs"/>
        </a:defRPr>
      </a:lvl1pPr>
      <a:lvl2pPr marL="2699995" indent="-899998" algn="l" defTabSz="3599993" rtl="0" eaLnBrk="1" latinLnBrk="0" hangingPunct="1">
        <a:lnSpc>
          <a:spcPct val="90000"/>
        </a:lnSpc>
        <a:spcBef>
          <a:spcPts val="1968"/>
        </a:spcBef>
        <a:buFont typeface="Arial" panose="020B0604020202020204" pitchFamily="34" charset="0"/>
        <a:buChar char="•"/>
        <a:defRPr kumimoji="1" sz="9449" kern="1200">
          <a:solidFill>
            <a:schemeClr val="tx1"/>
          </a:solidFill>
          <a:latin typeface="+mn-lt"/>
          <a:ea typeface="+mn-ea"/>
          <a:cs typeface="+mn-cs"/>
        </a:defRPr>
      </a:lvl2pPr>
      <a:lvl3pPr marL="4499991" indent="-899998" algn="l" defTabSz="3599993" rtl="0" eaLnBrk="1" latinLnBrk="0" hangingPunct="1">
        <a:lnSpc>
          <a:spcPct val="90000"/>
        </a:lnSpc>
        <a:spcBef>
          <a:spcPts val="1968"/>
        </a:spcBef>
        <a:buFont typeface="Arial" panose="020B0604020202020204" pitchFamily="34" charset="0"/>
        <a:buChar char="•"/>
        <a:defRPr kumimoji="1" sz="7874" kern="1200">
          <a:solidFill>
            <a:schemeClr val="tx1"/>
          </a:solidFill>
          <a:latin typeface="+mn-lt"/>
          <a:ea typeface="+mn-ea"/>
          <a:cs typeface="+mn-cs"/>
        </a:defRPr>
      </a:lvl3pPr>
      <a:lvl4pPr marL="6299987" indent="-899998" algn="l" defTabSz="3599993" rtl="0" eaLnBrk="1" latinLnBrk="0" hangingPunct="1">
        <a:lnSpc>
          <a:spcPct val="90000"/>
        </a:lnSpc>
        <a:spcBef>
          <a:spcPts val="1968"/>
        </a:spcBef>
        <a:buFont typeface="Arial" panose="020B0604020202020204" pitchFamily="34" charset="0"/>
        <a:buChar char="•"/>
        <a:defRPr kumimoji="1" sz="7087" kern="1200">
          <a:solidFill>
            <a:schemeClr val="tx1"/>
          </a:solidFill>
          <a:latin typeface="+mn-lt"/>
          <a:ea typeface="+mn-ea"/>
          <a:cs typeface="+mn-cs"/>
        </a:defRPr>
      </a:lvl4pPr>
      <a:lvl5pPr marL="8099984" indent="-899998" algn="l" defTabSz="3599993" rtl="0" eaLnBrk="1" latinLnBrk="0" hangingPunct="1">
        <a:lnSpc>
          <a:spcPct val="90000"/>
        </a:lnSpc>
        <a:spcBef>
          <a:spcPts val="1968"/>
        </a:spcBef>
        <a:buFont typeface="Arial" panose="020B0604020202020204" pitchFamily="34" charset="0"/>
        <a:buChar char="•"/>
        <a:defRPr kumimoji="1" sz="7087" kern="1200">
          <a:solidFill>
            <a:schemeClr val="tx1"/>
          </a:solidFill>
          <a:latin typeface="+mn-lt"/>
          <a:ea typeface="+mn-ea"/>
          <a:cs typeface="+mn-cs"/>
        </a:defRPr>
      </a:lvl5pPr>
      <a:lvl6pPr marL="9899980" indent="-899998" algn="l" defTabSz="3599993" rtl="0" eaLnBrk="1" latinLnBrk="0" hangingPunct="1">
        <a:lnSpc>
          <a:spcPct val="90000"/>
        </a:lnSpc>
        <a:spcBef>
          <a:spcPts val="1968"/>
        </a:spcBef>
        <a:buFont typeface="Arial" panose="020B0604020202020204" pitchFamily="34" charset="0"/>
        <a:buChar char="•"/>
        <a:defRPr kumimoji="1" sz="7087" kern="1200">
          <a:solidFill>
            <a:schemeClr val="tx1"/>
          </a:solidFill>
          <a:latin typeface="+mn-lt"/>
          <a:ea typeface="+mn-ea"/>
          <a:cs typeface="+mn-cs"/>
        </a:defRPr>
      </a:lvl6pPr>
      <a:lvl7pPr marL="11699977" indent="-899998" algn="l" defTabSz="3599993" rtl="0" eaLnBrk="1" latinLnBrk="0" hangingPunct="1">
        <a:lnSpc>
          <a:spcPct val="90000"/>
        </a:lnSpc>
        <a:spcBef>
          <a:spcPts val="1968"/>
        </a:spcBef>
        <a:buFont typeface="Arial" panose="020B0604020202020204" pitchFamily="34" charset="0"/>
        <a:buChar char="•"/>
        <a:defRPr kumimoji="1" sz="7087" kern="1200">
          <a:solidFill>
            <a:schemeClr val="tx1"/>
          </a:solidFill>
          <a:latin typeface="+mn-lt"/>
          <a:ea typeface="+mn-ea"/>
          <a:cs typeface="+mn-cs"/>
        </a:defRPr>
      </a:lvl7pPr>
      <a:lvl8pPr marL="13499973" indent="-899998" algn="l" defTabSz="3599993" rtl="0" eaLnBrk="1" latinLnBrk="0" hangingPunct="1">
        <a:lnSpc>
          <a:spcPct val="90000"/>
        </a:lnSpc>
        <a:spcBef>
          <a:spcPts val="1968"/>
        </a:spcBef>
        <a:buFont typeface="Arial" panose="020B0604020202020204" pitchFamily="34" charset="0"/>
        <a:buChar char="•"/>
        <a:defRPr kumimoji="1" sz="7087" kern="1200">
          <a:solidFill>
            <a:schemeClr val="tx1"/>
          </a:solidFill>
          <a:latin typeface="+mn-lt"/>
          <a:ea typeface="+mn-ea"/>
          <a:cs typeface="+mn-cs"/>
        </a:defRPr>
      </a:lvl8pPr>
      <a:lvl9pPr marL="15299969" indent="-899998" algn="l" defTabSz="3599993" rtl="0" eaLnBrk="1" latinLnBrk="0" hangingPunct="1">
        <a:lnSpc>
          <a:spcPct val="90000"/>
        </a:lnSpc>
        <a:spcBef>
          <a:spcPts val="1968"/>
        </a:spcBef>
        <a:buFont typeface="Arial" panose="020B0604020202020204" pitchFamily="34" charset="0"/>
        <a:buChar char="•"/>
        <a:defRPr kumimoji="1" sz="7087" kern="1200">
          <a:solidFill>
            <a:schemeClr val="tx1"/>
          </a:solidFill>
          <a:latin typeface="+mn-lt"/>
          <a:ea typeface="+mn-ea"/>
          <a:cs typeface="+mn-cs"/>
        </a:defRPr>
      </a:lvl9pPr>
    </p:bodyStyle>
    <p:otherStyle>
      <a:defPPr>
        <a:defRPr lang="en-US"/>
      </a:defPPr>
      <a:lvl1pPr marL="0" algn="l" defTabSz="3599993" rtl="0" eaLnBrk="1" latinLnBrk="0" hangingPunct="1">
        <a:defRPr kumimoji="1" sz="7087" kern="1200">
          <a:solidFill>
            <a:schemeClr val="tx1"/>
          </a:solidFill>
          <a:latin typeface="+mn-lt"/>
          <a:ea typeface="+mn-ea"/>
          <a:cs typeface="+mn-cs"/>
        </a:defRPr>
      </a:lvl1pPr>
      <a:lvl2pPr marL="1799996" algn="l" defTabSz="3599993" rtl="0" eaLnBrk="1" latinLnBrk="0" hangingPunct="1">
        <a:defRPr kumimoji="1" sz="7087" kern="1200">
          <a:solidFill>
            <a:schemeClr val="tx1"/>
          </a:solidFill>
          <a:latin typeface="+mn-lt"/>
          <a:ea typeface="+mn-ea"/>
          <a:cs typeface="+mn-cs"/>
        </a:defRPr>
      </a:lvl2pPr>
      <a:lvl3pPr marL="3599993" algn="l" defTabSz="3599993" rtl="0" eaLnBrk="1" latinLnBrk="0" hangingPunct="1">
        <a:defRPr kumimoji="1" sz="7087" kern="1200">
          <a:solidFill>
            <a:schemeClr val="tx1"/>
          </a:solidFill>
          <a:latin typeface="+mn-lt"/>
          <a:ea typeface="+mn-ea"/>
          <a:cs typeface="+mn-cs"/>
        </a:defRPr>
      </a:lvl3pPr>
      <a:lvl4pPr marL="5399989" algn="l" defTabSz="3599993" rtl="0" eaLnBrk="1" latinLnBrk="0" hangingPunct="1">
        <a:defRPr kumimoji="1" sz="7087" kern="1200">
          <a:solidFill>
            <a:schemeClr val="tx1"/>
          </a:solidFill>
          <a:latin typeface="+mn-lt"/>
          <a:ea typeface="+mn-ea"/>
          <a:cs typeface="+mn-cs"/>
        </a:defRPr>
      </a:lvl4pPr>
      <a:lvl5pPr marL="7199986" algn="l" defTabSz="3599993" rtl="0" eaLnBrk="1" latinLnBrk="0" hangingPunct="1">
        <a:defRPr kumimoji="1" sz="7087" kern="1200">
          <a:solidFill>
            <a:schemeClr val="tx1"/>
          </a:solidFill>
          <a:latin typeface="+mn-lt"/>
          <a:ea typeface="+mn-ea"/>
          <a:cs typeface="+mn-cs"/>
        </a:defRPr>
      </a:lvl5pPr>
      <a:lvl6pPr marL="8999982" algn="l" defTabSz="3599993" rtl="0" eaLnBrk="1" latinLnBrk="0" hangingPunct="1">
        <a:defRPr kumimoji="1" sz="7087" kern="1200">
          <a:solidFill>
            <a:schemeClr val="tx1"/>
          </a:solidFill>
          <a:latin typeface="+mn-lt"/>
          <a:ea typeface="+mn-ea"/>
          <a:cs typeface="+mn-cs"/>
        </a:defRPr>
      </a:lvl6pPr>
      <a:lvl7pPr marL="10799978" algn="l" defTabSz="3599993" rtl="0" eaLnBrk="1" latinLnBrk="0" hangingPunct="1">
        <a:defRPr kumimoji="1" sz="7087" kern="1200">
          <a:solidFill>
            <a:schemeClr val="tx1"/>
          </a:solidFill>
          <a:latin typeface="+mn-lt"/>
          <a:ea typeface="+mn-ea"/>
          <a:cs typeface="+mn-cs"/>
        </a:defRPr>
      </a:lvl7pPr>
      <a:lvl8pPr marL="12599975" algn="l" defTabSz="3599993" rtl="0" eaLnBrk="1" latinLnBrk="0" hangingPunct="1">
        <a:defRPr kumimoji="1" sz="7087" kern="1200">
          <a:solidFill>
            <a:schemeClr val="tx1"/>
          </a:solidFill>
          <a:latin typeface="+mn-lt"/>
          <a:ea typeface="+mn-ea"/>
          <a:cs typeface="+mn-cs"/>
        </a:defRPr>
      </a:lvl8pPr>
      <a:lvl9pPr marL="14399971" algn="l" defTabSz="3599993" rtl="0" eaLnBrk="1" latinLnBrk="0" hangingPunct="1">
        <a:defRPr kumimoji="1" sz="708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図 36">
            <a:extLst>
              <a:ext uri="{FF2B5EF4-FFF2-40B4-BE49-F238E27FC236}">
                <a16:creationId xmlns:a16="http://schemas.microsoft.com/office/drawing/2014/main" id="{76929D70-0C03-C0AE-9D14-BD9EA2543A86}"/>
              </a:ext>
            </a:extLst>
          </p:cNvPr>
          <p:cNvPicPr>
            <a:picLocks noChangeAspect="1"/>
          </p:cNvPicPr>
          <p:nvPr/>
        </p:nvPicPr>
        <p:blipFill>
          <a:blip r:embed="rId2"/>
          <a:stretch>
            <a:fillRect/>
          </a:stretch>
        </p:blipFill>
        <p:spPr>
          <a:xfrm>
            <a:off x="7436624" y="1758361"/>
            <a:ext cx="4683121" cy="5524821"/>
          </a:xfrm>
          <a:prstGeom prst="rect">
            <a:avLst/>
          </a:prstGeom>
          <a:ln>
            <a:solidFill>
              <a:schemeClr val="tx1"/>
            </a:solidFill>
          </a:ln>
        </p:spPr>
      </p:pic>
      <p:pic>
        <p:nvPicPr>
          <p:cNvPr id="59" name="図 58">
            <a:extLst>
              <a:ext uri="{FF2B5EF4-FFF2-40B4-BE49-F238E27FC236}">
                <a16:creationId xmlns:a16="http://schemas.microsoft.com/office/drawing/2014/main" id="{0B2A42BA-77ED-67B1-0584-AB598E737606}"/>
              </a:ext>
            </a:extLst>
          </p:cNvPr>
          <p:cNvPicPr>
            <a:picLocks noChangeAspect="1"/>
          </p:cNvPicPr>
          <p:nvPr/>
        </p:nvPicPr>
        <p:blipFill>
          <a:blip r:embed="rId3"/>
          <a:stretch>
            <a:fillRect/>
          </a:stretch>
        </p:blipFill>
        <p:spPr>
          <a:xfrm>
            <a:off x="7436624" y="9879115"/>
            <a:ext cx="4683122" cy="5524821"/>
          </a:xfrm>
          <a:prstGeom prst="rect">
            <a:avLst/>
          </a:prstGeom>
          <a:ln>
            <a:solidFill>
              <a:schemeClr val="tx1"/>
            </a:solidFill>
          </a:ln>
        </p:spPr>
      </p:pic>
      <p:pic>
        <p:nvPicPr>
          <p:cNvPr id="70" name="図 69">
            <a:extLst>
              <a:ext uri="{FF2B5EF4-FFF2-40B4-BE49-F238E27FC236}">
                <a16:creationId xmlns:a16="http://schemas.microsoft.com/office/drawing/2014/main" id="{9A381E13-5275-1AC4-E428-8CF296ACCBAB}"/>
              </a:ext>
            </a:extLst>
          </p:cNvPr>
          <p:cNvPicPr>
            <a:picLocks noChangeAspect="1"/>
          </p:cNvPicPr>
          <p:nvPr/>
        </p:nvPicPr>
        <p:blipFill>
          <a:blip r:embed="rId4"/>
          <a:stretch>
            <a:fillRect/>
          </a:stretch>
        </p:blipFill>
        <p:spPr>
          <a:xfrm>
            <a:off x="7436624" y="17999869"/>
            <a:ext cx="4683121" cy="5524821"/>
          </a:xfrm>
          <a:prstGeom prst="rect">
            <a:avLst/>
          </a:prstGeom>
          <a:ln>
            <a:solidFill>
              <a:schemeClr val="tx1"/>
            </a:solidFill>
          </a:ln>
        </p:spPr>
      </p:pic>
      <p:pic>
        <p:nvPicPr>
          <p:cNvPr id="94" name="図 93">
            <a:extLst>
              <a:ext uri="{FF2B5EF4-FFF2-40B4-BE49-F238E27FC236}">
                <a16:creationId xmlns:a16="http://schemas.microsoft.com/office/drawing/2014/main" id="{E2FEE1DD-22CC-030A-81BB-73D8F8FC06C0}"/>
              </a:ext>
            </a:extLst>
          </p:cNvPr>
          <p:cNvPicPr>
            <a:picLocks noChangeAspect="1"/>
          </p:cNvPicPr>
          <p:nvPr/>
        </p:nvPicPr>
        <p:blipFill>
          <a:blip r:embed="rId5"/>
          <a:stretch>
            <a:fillRect/>
          </a:stretch>
        </p:blipFill>
        <p:spPr>
          <a:xfrm>
            <a:off x="24184793" y="1758356"/>
            <a:ext cx="4683121" cy="5524821"/>
          </a:xfrm>
          <a:prstGeom prst="rect">
            <a:avLst/>
          </a:prstGeom>
          <a:ln>
            <a:solidFill>
              <a:schemeClr val="tx1"/>
            </a:solidFill>
          </a:ln>
        </p:spPr>
      </p:pic>
      <p:pic>
        <p:nvPicPr>
          <p:cNvPr id="111" name="図 110">
            <a:extLst>
              <a:ext uri="{FF2B5EF4-FFF2-40B4-BE49-F238E27FC236}">
                <a16:creationId xmlns:a16="http://schemas.microsoft.com/office/drawing/2014/main" id="{FE7827BC-A3B4-5B3D-1FE6-7444B655F1A3}"/>
              </a:ext>
            </a:extLst>
          </p:cNvPr>
          <p:cNvPicPr>
            <a:picLocks noChangeAspect="1"/>
          </p:cNvPicPr>
          <p:nvPr/>
        </p:nvPicPr>
        <p:blipFill>
          <a:blip r:embed="rId6"/>
          <a:stretch>
            <a:fillRect/>
          </a:stretch>
        </p:blipFill>
        <p:spPr>
          <a:xfrm>
            <a:off x="24184795" y="26120621"/>
            <a:ext cx="4683122" cy="5524822"/>
          </a:xfrm>
          <a:prstGeom prst="rect">
            <a:avLst/>
          </a:prstGeom>
          <a:ln>
            <a:solidFill>
              <a:schemeClr val="tx1"/>
            </a:solidFill>
          </a:ln>
        </p:spPr>
      </p:pic>
      <p:pic>
        <p:nvPicPr>
          <p:cNvPr id="129" name="図 128">
            <a:extLst>
              <a:ext uri="{FF2B5EF4-FFF2-40B4-BE49-F238E27FC236}">
                <a16:creationId xmlns:a16="http://schemas.microsoft.com/office/drawing/2014/main" id="{151C2115-B619-87B4-7CE2-D5D311C9E5FC}"/>
              </a:ext>
            </a:extLst>
          </p:cNvPr>
          <p:cNvPicPr>
            <a:picLocks noChangeAspect="1"/>
          </p:cNvPicPr>
          <p:nvPr/>
        </p:nvPicPr>
        <p:blipFill>
          <a:blip r:embed="rId7"/>
          <a:stretch>
            <a:fillRect/>
          </a:stretch>
        </p:blipFill>
        <p:spPr>
          <a:xfrm>
            <a:off x="24184793" y="17999869"/>
            <a:ext cx="4683121" cy="5524821"/>
          </a:xfrm>
          <a:prstGeom prst="rect">
            <a:avLst/>
          </a:prstGeom>
          <a:ln>
            <a:solidFill>
              <a:schemeClr val="tx1"/>
            </a:solidFill>
          </a:ln>
        </p:spPr>
      </p:pic>
      <p:pic>
        <p:nvPicPr>
          <p:cNvPr id="134" name="図 133">
            <a:extLst>
              <a:ext uri="{FF2B5EF4-FFF2-40B4-BE49-F238E27FC236}">
                <a16:creationId xmlns:a16="http://schemas.microsoft.com/office/drawing/2014/main" id="{2168A46B-3C19-F435-699B-B12882C0C611}"/>
              </a:ext>
            </a:extLst>
          </p:cNvPr>
          <p:cNvPicPr>
            <a:picLocks noChangeAspect="1"/>
          </p:cNvPicPr>
          <p:nvPr/>
        </p:nvPicPr>
        <p:blipFill>
          <a:blip r:embed="rId8"/>
          <a:stretch>
            <a:fillRect/>
          </a:stretch>
        </p:blipFill>
        <p:spPr>
          <a:xfrm>
            <a:off x="24184793" y="9879113"/>
            <a:ext cx="4683121" cy="5524820"/>
          </a:xfrm>
          <a:prstGeom prst="rect">
            <a:avLst/>
          </a:prstGeom>
          <a:ln>
            <a:solidFill>
              <a:schemeClr val="tx1"/>
            </a:solidFill>
          </a:ln>
        </p:spPr>
      </p:pic>
      <p:pic>
        <p:nvPicPr>
          <p:cNvPr id="135" name="図 134">
            <a:extLst>
              <a:ext uri="{FF2B5EF4-FFF2-40B4-BE49-F238E27FC236}">
                <a16:creationId xmlns:a16="http://schemas.microsoft.com/office/drawing/2014/main" id="{88629915-EED8-3712-A80C-876A235967F1}"/>
              </a:ext>
            </a:extLst>
          </p:cNvPr>
          <p:cNvPicPr>
            <a:picLocks noChangeAspect="1"/>
          </p:cNvPicPr>
          <p:nvPr/>
        </p:nvPicPr>
        <p:blipFill>
          <a:blip r:embed="rId9"/>
          <a:stretch>
            <a:fillRect/>
          </a:stretch>
        </p:blipFill>
        <p:spPr>
          <a:xfrm>
            <a:off x="7436623" y="26120623"/>
            <a:ext cx="4683122" cy="5524820"/>
          </a:xfrm>
          <a:prstGeom prst="rect">
            <a:avLst/>
          </a:prstGeom>
          <a:ln>
            <a:solidFill>
              <a:schemeClr val="tx1"/>
            </a:solidFill>
          </a:ln>
        </p:spPr>
      </p:pic>
      <p:cxnSp>
        <p:nvCxnSpPr>
          <p:cNvPr id="138" name="直線矢印コネクタ 137">
            <a:extLst>
              <a:ext uri="{FF2B5EF4-FFF2-40B4-BE49-F238E27FC236}">
                <a16:creationId xmlns:a16="http://schemas.microsoft.com/office/drawing/2014/main" id="{FFDFFF00-A260-0DB0-2196-0D488021D9FE}"/>
              </a:ext>
            </a:extLst>
          </p:cNvPr>
          <p:cNvCxnSpPr>
            <a:stCxn id="37" idx="2"/>
          </p:cNvCxnSpPr>
          <p:nvPr/>
        </p:nvCxnSpPr>
        <p:spPr>
          <a:xfrm flipH="1">
            <a:off x="9778184" y="7283182"/>
            <a:ext cx="1" cy="2595931"/>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39" name="テキスト ボックス 138">
            <a:extLst>
              <a:ext uri="{FF2B5EF4-FFF2-40B4-BE49-F238E27FC236}">
                <a16:creationId xmlns:a16="http://schemas.microsoft.com/office/drawing/2014/main" id="{1800C87F-188C-6C66-F13A-5F96B19140A3}"/>
              </a:ext>
            </a:extLst>
          </p:cNvPr>
          <p:cNvSpPr txBox="1"/>
          <p:nvPr/>
        </p:nvSpPr>
        <p:spPr>
          <a:xfrm>
            <a:off x="10267950" y="8221282"/>
            <a:ext cx="5391148" cy="769441"/>
          </a:xfrm>
          <a:prstGeom prst="rect">
            <a:avLst/>
          </a:prstGeom>
          <a:noFill/>
        </p:spPr>
        <p:txBody>
          <a:bodyPr wrap="square" rtlCol="0">
            <a:spAutoFit/>
          </a:bodyPr>
          <a:lstStyle/>
          <a:p>
            <a:r>
              <a:rPr kumimoji="1" lang="ja-JP" altLang="en-US" sz="4400" dirty="0"/>
              <a:t>科目を左クリック</a:t>
            </a:r>
          </a:p>
        </p:txBody>
      </p:sp>
      <p:sp>
        <p:nvSpPr>
          <p:cNvPr id="140" name="正方形/長方形 139">
            <a:extLst>
              <a:ext uri="{FF2B5EF4-FFF2-40B4-BE49-F238E27FC236}">
                <a16:creationId xmlns:a16="http://schemas.microsoft.com/office/drawing/2014/main" id="{782AE6B7-84F1-C444-AAC4-C5F8C2884FF2}"/>
              </a:ext>
            </a:extLst>
          </p:cNvPr>
          <p:cNvSpPr/>
          <p:nvPr/>
        </p:nvSpPr>
        <p:spPr>
          <a:xfrm>
            <a:off x="1430286" y="11288973"/>
            <a:ext cx="4683121" cy="27051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400" dirty="0"/>
              <a:t>選択した項目に応じて画面上部の科目名と表示される単元が動的に切り替わる。</a:t>
            </a:r>
          </a:p>
        </p:txBody>
      </p:sp>
      <p:cxnSp>
        <p:nvCxnSpPr>
          <p:cNvPr id="141" name="直線矢印コネクタ 140">
            <a:extLst>
              <a:ext uri="{FF2B5EF4-FFF2-40B4-BE49-F238E27FC236}">
                <a16:creationId xmlns:a16="http://schemas.microsoft.com/office/drawing/2014/main" id="{2FD4C706-43CE-0B8B-2FA3-A512A40C9FB2}"/>
              </a:ext>
            </a:extLst>
          </p:cNvPr>
          <p:cNvCxnSpPr/>
          <p:nvPr/>
        </p:nvCxnSpPr>
        <p:spPr>
          <a:xfrm flipH="1">
            <a:off x="9778183" y="15403933"/>
            <a:ext cx="1" cy="2595931"/>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42" name="テキスト ボックス 141">
            <a:extLst>
              <a:ext uri="{FF2B5EF4-FFF2-40B4-BE49-F238E27FC236}">
                <a16:creationId xmlns:a16="http://schemas.microsoft.com/office/drawing/2014/main" id="{C2387107-3EA4-C8BF-BBDE-DA4923801BA9}"/>
              </a:ext>
            </a:extLst>
          </p:cNvPr>
          <p:cNvSpPr txBox="1"/>
          <p:nvPr/>
        </p:nvSpPr>
        <p:spPr>
          <a:xfrm>
            <a:off x="10515599" y="16317177"/>
            <a:ext cx="5391148" cy="769441"/>
          </a:xfrm>
          <a:prstGeom prst="rect">
            <a:avLst/>
          </a:prstGeom>
          <a:noFill/>
        </p:spPr>
        <p:txBody>
          <a:bodyPr wrap="square" rtlCol="0">
            <a:spAutoFit/>
          </a:bodyPr>
          <a:lstStyle/>
          <a:p>
            <a:r>
              <a:rPr kumimoji="1" lang="ja-JP" altLang="en-US" sz="4400" dirty="0"/>
              <a:t>単元名を左クリック</a:t>
            </a:r>
          </a:p>
        </p:txBody>
      </p:sp>
      <p:sp>
        <p:nvSpPr>
          <p:cNvPr id="143" name="正方形/長方形 142">
            <a:extLst>
              <a:ext uri="{FF2B5EF4-FFF2-40B4-BE49-F238E27FC236}">
                <a16:creationId xmlns:a16="http://schemas.microsoft.com/office/drawing/2014/main" id="{073E753A-28A2-372E-6A4D-2494CE1BED7A}"/>
              </a:ext>
            </a:extLst>
          </p:cNvPr>
          <p:cNvSpPr/>
          <p:nvPr/>
        </p:nvSpPr>
        <p:spPr>
          <a:xfrm>
            <a:off x="1430285" y="19409729"/>
            <a:ext cx="4683121" cy="27051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400" dirty="0"/>
              <a:t>選択した項目に応じて画面上部の単元名と表示される小単元が動的に切り替わる。</a:t>
            </a:r>
          </a:p>
        </p:txBody>
      </p:sp>
      <p:cxnSp>
        <p:nvCxnSpPr>
          <p:cNvPr id="144" name="直線矢印コネクタ 143">
            <a:extLst>
              <a:ext uri="{FF2B5EF4-FFF2-40B4-BE49-F238E27FC236}">
                <a16:creationId xmlns:a16="http://schemas.microsoft.com/office/drawing/2014/main" id="{556C29EA-428E-4220-1819-DD437169DCBA}"/>
              </a:ext>
            </a:extLst>
          </p:cNvPr>
          <p:cNvCxnSpPr/>
          <p:nvPr/>
        </p:nvCxnSpPr>
        <p:spPr>
          <a:xfrm flipH="1">
            <a:off x="9778182" y="23524682"/>
            <a:ext cx="1" cy="2595931"/>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45" name="直線矢印コネクタ 144">
            <a:extLst>
              <a:ext uri="{FF2B5EF4-FFF2-40B4-BE49-F238E27FC236}">
                <a16:creationId xmlns:a16="http://schemas.microsoft.com/office/drawing/2014/main" id="{9035CF1E-E897-DE80-275A-8AE2C139680B}"/>
              </a:ext>
            </a:extLst>
          </p:cNvPr>
          <p:cNvCxnSpPr>
            <a:cxnSpLocks/>
            <a:endCxn id="111" idx="1"/>
          </p:cNvCxnSpPr>
          <p:nvPr/>
        </p:nvCxnSpPr>
        <p:spPr>
          <a:xfrm>
            <a:off x="12126500" y="28883032"/>
            <a:ext cx="12058295"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49" name="テキスト ボックス 148">
            <a:extLst>
              <a:ext uri="{FF2B5EF4-FFF2-40B4-BE49-F238E27FC236}">
                <a16:creationId xmlns:a16="http://schemas.microsoft.com/office/drawing/2014/main" id="{7C30ABF1-DABD-D6BC-DEBF-825FC310426F}"/>
              </a:ext>
            </a:extLst>
          </p:cNvPr>
          <p:cNvSpPr txBox="1"/>
          <p:nvPr/>
        </p:nvSpPr>
        <p:spPr>
          <a:xfrm>
            <a:off x="10515599" y="24581740"/>
            <a:ext cx="6362697" cy="769441"/>
          </a:xfrm>
          <a:prstGeom prst="rect">
            <a:avLst/>
          </a:prstGeom>
          <a:noFill/>
        </p:spPr>
        <p:txBody>
          <a:bodyPr wrap="square" rtlCol="0">
            <a:spAutoFit/>
          </a:bodyPr>
          <a:lstStyle/>
          <a:p>
            <a:r>
              <a:rPr kumimoji="1" lang="ja-JP" altLang="en-US" sz="4400" dirty="0"/>
              <a:t>小単元名を左クリック</a:t>
            </a:r>
          </a:p>
        </p:txBody>
      </p:sp>
      <p:sp>
        <p:nvSpPr>
          <p:cNvPr id="150" name="正方形/長方形 149">
            <a:extLst>
              <a:ext uri="{FF2B5EF4-FFF2-40B4-BE49-F238E27FC236}">
                <a16:creationId xmlns:a16="http://schemas.microsoft.com/office/drawing/2014/main" id="{C5888FFF-4EA3-ABBE-7952-71837187AE1F}"/>
              </a:ext>
            </a:extLst>
          </p:cNvPr>
          <p:cNvSpPr/>
          <p:nvPr/>
        </p:nvSpPr>
        <p:spPr>
          <a:xfrm>
            <a:off x="1430285" y="27530485"/>
            <a:ext cx="4683121" cy="27051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400" dirty="0"/>
              <a:t>選択した項目に応じて画面上部の小単元名と表示される問題の種類が動的に切り替わる。</a:t>
            </a:r>
          </a:p>
        </p:txBody>
      </p:sp>
      <p:cxnSp>
        <p:nvCxnSpPr>
          <p:cNvPr id="151" name="直線矢印コネクタ 150">
            <a:extLst>
              <a:ext uri="{FF2B5EF4-FFF2-40B4-BE49-F238E27FC236}">
                <a16:creationId xmlns:a16="http://schemas.microsoft.com/office/drawing/2014/main" id="{E74C03C3-72D6-910C-3C7A-F7EA5C837F03}"/>
              </a:ext>
            </a:extLst>
          </p:cNvPr>
          <p:cNvCxnSpPr>
            <a:cxnSpLocks/>
          </p:cNvCxnSpPr>
          <p:nvPr/>
        </p:nvCxnSpPr>
        <p:spPr>
          <a:xfrm flipH="1" flipV="1">
            <a:off x="26505098" y="23524682"/>
            <a:ext cx="21255" cy="2595931"/>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2" name="テキスト ボックス 1">
            <a:extLst>
              <a:ext uri="{FF2B5EF4-FFF2-40B4-BE49-F238E27FC236}">
                <a16:creationId xmlns:a16="http://schemas.microsoft.com/office/drawing/2014/main" id="{FF84D2B9-55F6-EDF5-8A87-B8B71CA982C3}"/>
              </a:ext>
            </a:extLst>
          </p:cNvPr>
          <p:cNvSpPr txBox="1"/>
          <p:nvPr/>
        </p:nvSpPr>
        <p:spPr>
          <a:xfrm>
            <a:off x="14818520" y="27530482"/>
            <a:ext cx="6362697" cy="769441"/>
          </a:xfrm>
          <a:prstGeom prst="rect">
            <a:avLst/>
          </a:prstGeom>
          <a:noFill/>
        </p:spPr>
        <p:txBody>
          <a:bodyPr wrap="square" rtlCol="0">
            <a:spAutoFit/>
          </a:bodyPr>
          <a:lstStyle/>
          <a:p>
            <a:r>
              <a:rPr kumimoji="1" lang="ja-JP" altLang="en-US" sz="4400" dirty="0"/>
              <a:t>問題の種類を左クリック</a:t>
            </a:r>
          </a:p>
        </p:txBody>
      </p:sp>
      <p:cxnSp>
        <p:nvCxnSpPr>
          <p:cNvPr id="3" name="直線矢印コネクタ 2">
            <a:extLst>
              <a:ext uri="{FF2B5EF4-FFF2-40B4-BE49-F238E27FC236}">
                <a16:creationId xmlns:a16="http://schemas.microsoft.com/office/drawing/2014/main" id="{7E4DFAC7-7E3B-CD03-FC4B-EF46B6E34480}"/>
              </a:ext>
            </a:extLst>
          </p:cNvPr>
          <p:cNvCxnSpPr>
            <a:cxnSpLocks/>
          </p:cNvCxnSpPr>
          <p:nvPr/>
        </p:nvCxnSpPr>
        <p:spPr>
          <a:xfrm flipH="1" flipV="1">
            <a:off x="26483843" y="15403933"/>
            <a:ext cx="21255" cy="2595931"/>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4" name="直線矢印コネクタ 3">
            <a:extLst>
              <a:ext uri="{FF2B5EF4-FFF2-40B4-BE49-F238E27FC236}">
                <a16:creationId xmlns:a16="http://schemas.microsoft.com/office/drawing/2014/main" id="{9E97FD76-9DE0-0F94-E838-AC3881DD1A0E}"/>
              </a:ext>
            </a:extLst>
          </p:cNvPr>
          <p:cNvCxnSpPr>
            <a:cxnSpLocks/>
          </p:cNvCxnSpPr>
          <p:nvPr/>
        </p:nvCxnSpPr>
        <p:spPr>
          <a:xfrm flipH="1" flipV="1">
            <a:off x="26462588" y="7283173"/>
            <a:ext cx="21255" cy="2595931"/>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5" name="直線矢印コネクタ 4">
            <a:extLst>
              <a:ext uri="{FF2B5EF4-FFF2-40B4-BE49-F238E27FC236}">
                <a16:creationId xmlns:a16="http://schemas.microsoft.com/office/drawing/2014/main" id="{F0EE19B9-20D7-B3FB-E4BD-B45FE41D3844}"/>
              </a:ext>
            </a:extLst>
          </p:cNvPr>
          <p:cNvCxnSpPr>
            <a:cxnSpLocks/>
            <a:stCxn id="94" idx="1"/>
            <a:endCxn id="37" idx="3"/>
          </p:cNvCxnSpPr>
          <p:nvPr/>
        </p:nvCxnSpPr>
        <p:spPr>
          <a:xfrm flipH="1">
            <a:off x="12119745" y="4520767"/>
            <a:ext cx="12065048" cy="5"/>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8" name="正方形/長方形 7">
            <a:extLst>
              <a:ext uri="{FF2B5EF4-FFF2-40B4-BE49-F238E27FC236}">
                <a16:creationId xmlns:a16="http://schemas.microsoft.com/office/drawing/2014/main" id="{B47F75E8-F0D5-ABFF-6936-122D2EE5FE5B}"/>
              </a:ext>
            </a:extLst>
          </p:cNvPr>
          <p:cNvSpPr/>
          <p:nvPr/>
        </p:nvSpPr>
        <p:spPr>
          <a:xfrm>
            <a:off x="29886332" y="27206632"/>
            <a:ext cx="4683121" cy="394011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400" dirty="0"/>
              <a:t>問題の種類によってプレビューの内容および注意書きの内容は動的に変化する。問題生成を</a:t>
            </a:r>
            <a:r>
              <a:rPr kumimoji="1" lang="en-US" altLang="ja-JP" sz="2400" dirty="0"/>
              <a:t>1</a:t>
            </a:r>
            <a:r>
              <a:rPr kumimoji="1" lang="ja-JP" altLang="en-US" sz="2400" dirty="0"/>
              <a:t>枚のプリントに何問するか、何枚のプリントを生成するかはドロップダウン及び入力により選択できるが、大きすぎる値が入力された場合はエラーを返す。</a:t>
            </a:r>
          </a:p>
        </p:txBody>
      </p:sp>
      <p:sp>
        <p:nvSpPr>
          <p:cNvPr id="9" name="正方形/長方形 8">
            <a:extLst>
              <a:ext uri="{FF2B5EF4-FFF2-40B4-BE49-F238E27FC236}">
                <a16:creationId xmlns:a16="http://schemas.microsoft.com/office/drawing/2014/main" id="{354BA7EF-AA3D-67D9-F565-D9DDDB1F74D7}"/>
              </a:ext>
            </a:extLst>
          </p:cNvPr>
          <p:cNvSpPr/>
          <p:nvPr/>
        </p:nvSpPr>
        <p:spPr>
          <a:xfrm>
            <a:off x="29886331" y="19409729"/>
            <a:ext cx="4683121" cy="27051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400" dirty="0"/>
              <a:t>ひとつ前の画面で選択した数字が四角の中に入る。また、プリントの形式を選択すると右側のプレビューの内容も変化する。</a:t>
            </a:r>
          </a:p>
        </p:txBody>
      </p:sp>
      <p:sp>
        <p:nvSpPr>
          <p:cNvPr id="10" name="正方形/長方形 9">
            <a:extLst>
              <a:ext uri="{FF2B5EF4-FFF2-40B4-BE49-F238E27FC236}">
                <a16:creationId xmlns:a16="http://schemas.microsoft.com/office/drawing/2014/main" id="{3B7C6281-3D3A-CC22-0764-4A39B211E465}"/>
              </a:ext>
            </a:extLst>
          </p:cNvPr>
          <p:cNvSpPr/>
          <p:nvPr/>
        </p:nvSpPr>
        <p:spPr>
          <a:xfrm>
            <a:off x="29886330" y="11288973"/>
            <a:ext cx="4683121" cy="27051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400" dirty="0"/>
              <a:t>バックエンドで数字を自動生成し、プリントを作成します。</a:t>
            </a:r>
          </a:p>
        </p:txBody>
      </p:sp>
      <p:sp>
        <p:nvSpPr>
          <p:cNvPr id="11" name="正方形/長方形 10">
            <a:extLst>
              <a:ext uri="{FF2B5EF4-FFF2-40B4-BE49-F238E27FC236}">
                <a16:creationId xmlns:a16="http://schemas.microsoft.com/office/drawing/2014/main" id="{AF549D2C-6A27-72E7-A2D1-DE6A6A9D95EF}"/>
              </a:ext>
            </a:extLst>
          </p:cNvPr>
          <p:cNvSpPr/>
          <p:nvPr/>
        </p:nvSpPr>
        <p:spPr>
          <a:xfrm>
            <a:off x="29886330" y="2823516"/>
            <a:ext cx="4683121" cy="37183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400" dirty="0"/>
              <a:t>生成したプリントのプレビューを表示します。プレビュー下のスクロールバーをスクロールすることで全体を確認できます。</a:t>
            </a:r>
            <a:r>
              <a:rPr kumimoji="1" lang="en-US" altLang="ja-JP" sz="2400" dirty="0"/>
              <a:t>PDF</a:t>
            </a:r>
            <a:r>
              <a:rPr kumimoji="1" lang="ja-JP" altLang="en-US" sz="2400" dirty="0"/>
              <a:t>を保存を左クリックすると、エクスプローラーが開き、保存場所を選択することで保存できます。</a:t>
            </a:r>
          </a:p>
        </p:txBody>
      </p:sp>
      <p:sp>
        <p:nvSpPr>
          <p:cNvPr id="12" name="正方形/長方形 11">
            <a:extLst>
              <a:ext uri="{FF2B5EF4-FFF2-40B4-BE49-F238E27FC236}">
                <a16:creationId xmlns:a16="http://schemas.microsoft.com/office/drawing/2014/main" id="{3CFC1470-AF76-D896-6138-D704F9332163}"/>
              </a:ext>
            </a:extLst>
          </p:cNvPr>
          <p:cNvSpPr/>
          <p:nvPr/>
        </p:nvSpPr>
        <p:spPr>
          <a:xfrm>
            <a:off x="1430285" y="2823516"/>
            <a:ext cx="4683121" cy="27051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2400" dirty="0"/>
              <a:t>トップ画面です。</a:t>
            </a:r>
          </a:p>
        </p:txBody>
      </p:sp>
      <p:sp>
        <p:nvSpPr>
          <p:cNvPr id="13" name="テキスト ボックス 12">
            <a:extLst>
              <a:ext uri="{FF2B5EF4-FFF2-40B4-BE49-F238E27FC236}">
                <a16:creationId xmlns:a16="http://schemas.microsoft.com/office/drawing/2014/main" id="{FA96E043-5F0C-746A-A2FA-8A3A08D7FE80}"/>
              </a:ext>
            </a:extLst>
          </p:cNvPr>
          <p:cNvSpPr txBox="1"/>
          <p:nvPr/>
        </p:nvSpPr>
        <p:spPr>
          <a:xfrm>
            <a:off x="14818520" y="2862934"/>
            <a:ext cx="7212806" cy="769441"/>
          </a:xfrm>
          <a:prstGeom prst="rect">
            <a:avLst/>
          </a:prstGeom>
          <a:noFill/>
        </p:spPr>
        <p:txBody>
          <a:bodyPr wrap="square" rtlCol="0">
            <a:spAutoFit/>
          </a:bodyPr>
          <a:lstStyle/>
          <a:p>
            <a:r>
              <a:rPr kumimoji="1" lang="ja-JP" altLang="en-US" sz="4400" dirty="0"/>
              <a:t>トップに戻るを左クリック</a:t>
            </a:r>
          </a:p>
        </p:txBody>
      </p:sp>
      <p:sp>
        <p:nvSpPr>
          <p:cNvPr id="14" name="テキスト ボックス 13">
            <a:extLst>
              <a:ext uri="{FF2B5EF4-FFF2-40B4-BE49-F238E27FC236}">
                <a16:creationId xmlns:a16="http://schemas.microsoft.com/office/drawing/2014/main" id="{7FE95306-6739-113C-E49A-D4006B08DC52}"/>
              </a:ext>
            </a:extLst>
          </p:cNvPr>
          <p:cNvSpPr txBox="1"/>
          <p:nvPr/>
        </p:nvSpPr>
        <p:spPr>
          <a:xfrm>
            <a:off x="28134470" y="8221281"/>
            <a:ext cx="7212806" cy="769441"/>
          </a:xfrm>
          <a:prstGeom prst="rect">
            <a:avLst/>
          </a:prstGeom>
          <a:noFill/>
        </p:spPr>
        <p:txBody>
          <a:bodyPr wrap="square" rtlCol="0">
            <a:spAutoFit/>
          </a:bodyPr>
          <a:lstStyle/>
          <a:p>
            <a:r>
              <a:rPr kumimoji="1" lang="ja-JP" altLang="en-US" sz="4400" dirty="0"/>
              <a:t>生成が完了</a:t>
            </a:r>
          </a:p>
        </p:txBody>
      </p:sp>
      <p:sp>
        <p:nvSpPr>
          <p:cNvPr id="15" name="テキスト ボックス 14">
            <a:extLst>
              <a:ext uri="{FF2B5EF4-FFF2-40B4-BE49-F238E27FC236}">
                <a16:creationId xmlns:a16="http://schemas.microsoft.com/office/drawing/2014/main" id="{0A364956-5D16-B757-223A-8D8C92EB5FC2}"/>
              </a:ext>
            </a:extLst>
          </p:cNvPr>
          <p:cNvSpPr txBox="1"/>
          <p:nvPr/>
        </p:nvSpPr>
        <p:spPr>
          <a:xfrm>
            <a:off x="27592787" y="16411887"/>
            <a:ext cx="7212806" cy="769441"/>
          </a:xfrm>
          <a:prstGeom prst="rect">
            <a:avLst/>
          </a:prstGeom>
          <a:noFill/>
        </p:spPr>
        <p:txBody>
          <a:bodyPr wrap="square" rtlCol="0">
            <a:spAutoFit/>
          </a:bodyPr>
          <a:lstStyle/>
          <a:p>
            <a:r>
              <a:rPr kumimoji="1" lang="ja-JP" altLang="en-US" sz="4400" dirty="0"/>
              <a:t>生成するを左クリック</a:t>
            </a:r>
          </a:p>
        </p:txBody>
      </p:sp>
      <p:sp>
        <p:nvSpPr>
          <p:cNvPr id="16" name="テキスト ボックス 15">
            <a:extLst>
              <a:ext uri="{FF2B5EF4-FFF2-40B4-BE49-F238E27FC236}">
                <a16:creationId xmlns:a16="http://schemas.microsoft.com/office/drawing/2014/main" id="{33C6FAE1-EBE3-AF10-B0AC-380BB0BF8B24}"/>
              </a:ext>
            </a:extLst>
          </p:cNvPr>
          <p:cNvSpPr txBox="1"/>
          <p:nvPr/>
        </p:nvSpPr>
        <p:spPr>
          <a:xfrm>
            <a:off x="28134470" y="24654107"/>
            <a:ext cx="7212806" cy="769441"/>
          </a:xfrm>
          <a:prstGeom prst="rect">
            <a:avLst/>
          </a:prstGeom>
          <a:noFill/>
        </p:spPr>
        <p:txBody>
          <a:bodyPr wrap="square" rtlCol="0">
            <a:spAutoFit/>
          </a:bodyPr>
          <a:lstStyle/>
          <a:p>
            <a:r>
              <a:rPr kumimoji="1" lang="ja-JP" altLang="en-US" sz="4400" dirty="0"/>
              <a:t>決定を左クリック</a:t>
            </a:r>
          </a:p>
        </p:txBody>
      </p:sp>
    </p:spTree>
    <p:extLst>
      <p:ext uri="{BB962C8B-B14F-4D97-AF65-F5344CB8AC3E}">
        <p14:creationId xmlns:p14="http://schemas.microsoft.com/office/powerpoint/2010/main" val="3114219097"/>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92</TotalTime>
  <Words>244</Words>
  <Application>Microsoft Office PowerPoint</Application>
  <PresentationFormat>ユーザー設定</PresentationFormat>
  <Paragraphs>16</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Aptos</vt:lpstr>
      <vt:lpstr>Aptos Display</vt:lpstr>
      <vt:lpstr>Arial</vt:lpstr>
      <vt:lpstr>Office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祐希 畠</dc:creator>
  <cp:lastModifiedBy>祐希 畠</cp:lastModifiedBy>
  <cp:revision>4</cp:revision>
  <dcterms:created xsi:type="dcterms:W3CDTF">2026-06-09T04:40:25Z</dcterms:created>
  <dcterms:modified xsi:type="dcterms:W3CDTF">2026-06-09T12:22:56Z</dcterms:modified>
</cp:coreProperties>
</file>